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2" r:id="rId6"/>
    <p:sldId id="273" r:id="rId7"/>
    <p:sldId id="276" r:id="rId8"/>
    <p:sldId id="278" r:id="rId9"/>
    <p:sldId id="261" r:id="rId10"/>
    <p:sldId id="262" r:id="rId11"/>
    <p:sldId id="281" r:id="rId12"/>
    <p:sldId id="263" r:id="rId13"/>
    <p:sldId id="264" r:id="rId14"/>
    <p:sldId id="282" r:id="rId15"/>
    <p:sldId id="267" r:id="rId16"/>
    <p:sldId id="266" r:id="rId17"/>
    <p:sldId id="283" r:id="rId18"/>
    <p:sldId id="27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C782"/>
    <a:srgbClr val="9FD2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168" dt="2026-07-29T16:27:33.8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2" autoAdjust="0"/>
  </p:normalViewPr>
  <p:slideViewPr>
    <p:cSldViewPr snapToGrid="0" snapToObjects="1">
      <p:cViewPr varScale="1">
        <p:scale>
          <a:sx n="159" d="100"/>
          <a:sy n="159" d="100"/>
        </p:scale>
        <p:origin x="330"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addSld delSld modSld sldOrd">
      <pc:chgData name="Dmitriy Ratushny" userId="08050032e8047aee" providerId="LiveId" clId="{78EB1A6D-D3A9-4525-A4D5-A50D4E20D487}" dt="2026-07-29T16:29:17.780" v="3481"/>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13:47:14.229" v="3031" actId="20577"/>
        <pc:sldMkLst>
          <pc:docMk/>
          <pc:sldMk cId="0" sldId="257"/>
        </pc:sldMkLst>
        <pc:spChg chg="mod">
          <ac:chgData name="Dmitriy Ratushny" userId="08050032e8047aee" providerId="LiveId" clId="{78EB1A6D-D3A9-4525-A4D5-A50D4E20D487}" dt="2026-07-29T03:10:07.367" v="1058" actId="21"/>
          <ac:spMkLst>
            <pc:docMk/>
            <pc:sldMk cId="0" sldId="257"/>
            <ac:spMk id="2" creationId="{00000000-0000-0000-0000-000000000000}"/>
          </ac:spMkLst>
        </pc:spChg>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13:47:14.229" v="3031" actId="20577"/>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4:10:32.206" v="1621"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3:10:20.569" v="1059" actId="1076"/>
        <pc:sldMkLst>
          <pc:docMk/>
          <pc:sldMk cId="0" sldId="258"/>
        </pc:sldMkLst>
        <pc:spChg chg="mod">
          <ac:chgData name="Dmitriy Ratushny" userId="08050032e8047aee" providerId="LiveId" clId="{78EB1A6D-D3A9-4525-A4D5-A50D4E20D487}" dt="2026-07-29T03:03:49.359" v="801"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3:10:20.569" v="1059"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del mod">
          <ac:chgData name="Dmitriy Ratushny" userId="08050032e8047aee" providerId="LiveId" clId="{78EB1A6D-D3A9-4525-A4D5-A50D4E20D487}" dt="2026-07-29T03:02:03.496" v="710" actId="478"/>
          <ac:picMkLst>
            <pc:docMk/>
            <pc:sldMk cId="0" sldId="258"/>
            <ac:picMk id="7" creationId="{D4F31BD9-B3BF-043E-1566-F360B51678E4}"/>
          </ac:picMkLst>
        </pc:picChg>
      </pc:sldChg>
      <pc:sldChg chg="addSp delSp modSp mod">
        <pc:chgData name="Dmitriy Ratushny" userId="08050032e8047aee" providerId="LiveId" clId="{78EB1A6D-D3A9-4525-A4D5-A50D4E20D487}" dt="2026-07-29T11:11:12.385" v="1638" actId="20577"/>
        <pc:sldMkLst>
          <pc:docMk/>
          <pc:sldMk cId="0" sldId="259"/>
        </pc:sldMkLst>
        <pc:spChg chg="mod">
          <ac:chgData name="Dmitriy Ratushny" userId="08050032e8047aee" providerId="LiveId" clId="{78EB1A6D-D3A9-4525-A4D5-A50D4E20D487}" dt="2026-07-29T03:09:55.301" v="1057" actId="21"/>
          <ac:spMkLst>
            <pc:docMk/>
            <pc:sldMk cId="0" sldId="259"/>
            <ac:spMk id="2" creationId="{00000000-0000-0000-0000-000000000000}"/>
          </ac:spMkLst>
        </pc:spChg>
        <pc:spChg chg="mod">
          <ac:chgData name="Dmitriy Ratushny" userId="08050032e8047aee" providerId="LiveId" clId="{78EB1A6D-D3A9-4525-A4D5-A50D4E20D487}" dt="2026-07-29T03:46:14.271" v="1481" actId="20577"/>
          <ac:spMkLst>
            <pc:docMk/>
            <pc:sldMk cId="0" sldId="259"/>
            <ac:spMk id="4" creationId="{00000000-0000-0000-0000-000000000000}"/>
          </ac:spMkLst>
        </pc:spChg>
        <pc:spChg chg="add del mod">
          <ac:chgData name="Dmitriy Ratushny" userId="08050032e8047aee" providerId="LiveId" clId="{78EB1A6D-D3A9-4525-A4D5-A50D4E20D487}" dt="2026-07-29T03:37:29.843" v="1111" actId="21"/>
          <ac:spMkLst>
            <pc:docMk/>
            <pc:sldMk cId="0" sldId="259"/>
            <ac:spMk id="8" creationId="{2FF164C1-78B3-A0BA-94F3-0349A08F30F4}"/>
          </ac:spMkLst>
        </pc:spChg>
        <pc:graphicFrameChg chg="add mod modGraphic">
          <ac:chgData name="Dmitriy Ratushny" userId="08050032e8047aee" providerId="LiveId" clId="{78EB1A6D-D3A9-4525-A4D5-A50D4E20D487}" dt="2026-07-29T11:11:12.385" v="1638" actId="20577"/>
          <ac:graphicFrameMkLst>
            <pc:docMk/>
            <pc:sldMk cId="0" sldId="259"/>
            <ac:graphicFrameMk id="9" creationId="{AC539327-68EC-BE64-46D2-74F957FFB0AC}"/>
          </ac:graphicFrameMkLst>
        </pc:graphicFrameChg>
        <pc:picChg chg="add mod">
          <ac:chgData name="Dmitriy Ratushny" userId="08050032e8047aee" providerId="LiveId" clId="{78EB1A6D-D3A9-4525-A4D5-A50D4E20D487}" dt="2026-07-29T03:36:22.485" v="1109" actId="1076"/>
          <ac:picMkLst>
            <pc:docMk/>
            <pc:sldMk cId="0" sldId="259"/>
            <ac:picMk id="6" creationId="{12AD3BC4-A210-DDC1-716F-E8B388A4C0BB}"/>
          </ac:picMkLst>
        </pc:picChg>
      </pc:sldChg>
      <pc:sldChg chg="modSp del mod">
        <pc:chgData name="Dmitriy Ratushny" userId="08050032e8047aee" providerId="LiveId" clId="{78EB1A6D-D3A9-4525-A4D5-A50D4E20D487}" dt="2026-07-29T12:06:42.299" v="1955" actId="47"/>
        <pc:sldMkLst>
          <pc:docMk/>
          <pc:sldMk cId="0" sldId="260"/>
        </pc:sldMkLst>
        <pc:picChg chg="mod">
          <ac:chgData name="Dmitriy Ratushny" userId="08050032e8047aee" providerId="LiveId" clId="{78EB1A6D-D3A9-4525-A4D5-A50D4E20D487}" dt="2026-07-29T03:42:52.582" v="1479" actId="1076"/>
          <ac:picMkLst>
            <pc:docMk/>
            <pc:sldMk cId="0" sldId="260"/>
            <ac:picMk id="4" creationId="{00000000-0000-0000-0000-000000000000}"/>
          </ac:picMkLst>
        </pc:picChg>
      </pc:sldChg>
      <pc:sldChg chg="addSp delSp modSp add del mod">
        <pc:chgData name="Dmitriy Ratushny" userId="08050032e8047aee" providerId="LiveId" clId="{78EB1A6D-D3A9-4525-A4D5-A50D4E20D487}" dt="2026-07-29T12:44:10.995" v="2392" actId="1076"/>
        <pc:sldMkLst>
          <pc:docMk/>
          <pc:sldMk cId="0" sldId="261"/>
        </pc:sldMkLst>
        <pc:spChg chg="mod">
          <ac:chgData name="Dmitriy Ratushny" userId="08050032e8047aee" providerId="LiveId" clId="{78EB1A6D-D3A9-4525-A4D5-A50D4E20D487}" dt="2026-07-29T12:32:30.375" v="2175" actId="20577"/>
          <ac:spMkLst>
            <pc:docMk/>
            <pc:sldMk cId="0" sldId="261"/>
            <ac:spMk id="2" creationId="{00000000-0000-0000-0000-000000000000}"/>
          </ac:spMkLst>
        </pc:spChg>
        <pc:spChg chg="del mod">
          <ac:chgData name="Dmitriy Ratushny" userId="08050032e8047aee" providerId="LiveId" clId="{78EB1A6D-D3A9-4525-A4D5-A50D4E20D487}" dt="2026-07-29T12:32:09.070" v="2154" actId="478"/>
          <ac:spMkLst>
            <pc:docMk/>
            <pc:sldMk cId="0" sldId="261"/>
            <ac:spMk id="5" creationId="{00000000-0000-0000-0000-000000000000}"/>
          </ac:spMkLst>
        </pc:spChg>
        <pc:picChg chg="mod modCrop">
          <ac:chgData name="Dmitriy Ratushny" userId="08050032e8047aee" providerId="LiveId" clId="{78EB1A6D-D3A9-4525-A4D5-A50D4E20D487}" dt="2026-07-29T12:44:06.558" v="2391" actId="1076"/>
          <ac:picMkLst>
            <pc:docMk/>
            <pc:sldMk cId="0" sldId="261"/>
            <ac:picMk id="4" creationId="{00000000-0000-0000-0000-000000000000}"/>
          </ac:picMkLst>
        </pc:picChg>
        <pc:picChg chg="add del mod">
          <ac:chgData name="Dmitriy Ratushny" userId="08050032e8047aee" providerId="LiveId" clId="{78EB1A6D-D3A9-4525-A4D5-A50D4E20D487}" dt="2026-07-29T12:35:12.480" v="2265" actId="478"/>
          <ac:picMkLst>
            <pc:docMk/>
            <pc:sldMk cId="0" sldId="261"/>
            <ac:picMk id="7" creationId="{989B4BEC-82C1-D8F5-B42B-DE4CA80E73FE}"/>
          </ac:picMkLst>
        </pc:picChg>
        <pc:picChg chg="add del mod">
          <ac:chgData name="Dmitriy Ratushny" userId="08050032e8047aee" providerId="LiveId" clId="{78EB1A6D-D3A9-4525-A4D5-A50D4E20D487}" dt="2026-07-29T12:40:20.235" v="2338" actId="478"/>
          <ac:picMkLst>
            <pc:docMk/>
            <pc:sldMk cId="0" sldId="261"/>
            <ac:picMk id="9" creationId="{AC078ECF-97B9-D617-4209-FCCDA9079EAF}"/>
          </ac:picMkLst>
        </pc:picChg>
        <pc:picChg chg="add mod modCrop">
          <ac:chgData name="Dmitriy Ratushny" userId="08050032e8047aee" providerId="LiveId" clId="{78EB1A6D-D3A9-4525-A4D5-A50D4E20D487}" dt="2026-07-29T12:44:10.995" v="2392" actId="1076"/>
          <ac:picMkLst>
            <pc:docMk/>
            <pc:sldMk cId="0" sldId="261"/>
            <ac:picMk id="11" creationId="{D9478685-84BF-2555-1422-7F7ACAB891D9}"/>
          </ac:picMkLst>
        </pc:picChg>
        <pc:picChg chg="add del mod">
          <ac:chgData name="Dmitriy Ratushny" userId="08050032e8047aee" providerId="LiveId" clId="{78EB1A6D-D3A9-4525-A4D5-A50D4E20D487}" dt="2026-07-29T12:39:40.095" v="2307" actId="22"/>
          <ac:picMkLst>
            <pc:docMk/>
            <pc:sldMk cId="0" sldId="261"/>
            <ac:picMk id="13" creationId="{41F7F728-083D-E261-5219-EE4799768DBC}"/>
          </ac:picMkLst>
        </pc:picChg>
        <pc:picChg chg="add mod">
          <ac:chgData name="Dmitriy Ratushny" userId="08050032e8047aee" providerId="LiveId" clId="{78EB1A6D-D3A9-4525-A4D5-A50D4E20D487}" dt="2026-07-29T12:43:58.821" v="2389" actId="1076"/>
          <ac:picMkLst>
            <pc:docMk/>
            <pc:sldMk cId="0" sldId="261"/>
            <ac:picMk id="15" creationId="{3A739226-CB47-DDA5-CE8E-5B5A1839E840}"/>
          </ac:picMkLst>
        </pc:picChg>
      </pc:sldChg>
      <pc:sldChg chg="addSp delSp modSp mod">
        <pc:chgData name="Dmitriy Ratushny" userId="08050032e8047aee" providerId="LiveId" clId="{78EB1A6D-D3A9-4525-A4D5-A50D4E20D487}" dt="2026-07-29T14:26:14.460" v="3212" actId="22"/>
        <pc:sldMkLst>
          <pc:docMk/>
          <pc:sldMk cId="0" sldId="262"/>
        </pc:sldMkLst>
        <pc:spChg chg="mod">
          <ac:chgData name="Dmitriy Ratushny" userId="08050032e8047aee" providerId="LiveId" clId="{78EB1A6D-D3A9-4525-A4D5-A50D4E20D487}" dt="2026-07-29T12:18:14.207" v="2148" actId="21"/>
          <ac:spMkLst>
            <pc:docMk/>
            <pc:sldMk cId="0" sldId="262"/>
            <ac:spMk id="2" creationId="{00000000-0000-0000-0000-000000000000}"/>
          </ac:spMkLst>
        </pc:spChg>
        <pc:spChg chg="mod">
          <ac:chgData name="Dmitriy Ratushny" userId="08050032e8047aee" providerId="LiveId" clId="{78EB1A6D-D3A9-4525-A4D5-A50D4E20D487}" dt="2026-07-29T13:23:39.412" v="2944" actId="1076"/>
          <ac:spMkLst>
            <pc:docMk/>
            <pc:sldMk cId="0" sldId="262"/>
            <ac:spMk id="5" creationId="{00000000-0000-0000-0000-000000000000}"/>
          </ac:spMkLst>
        </pc:spChg>
        <pc:spChg chg="add del">
          <ac:chgData name="Dmitriy Ratushny" userId="08050032e8047aee" providerId="LiveId" clId="{78EB1A6D-D3A9-4525-A4D5-A50D4E20D487}" dt="2026-07-29T14:26:14.460" v="3212" actId="22"/>
          <ac:spMkLst>
            <pc:docMk/>
            <pc:sldMk cId="0" sldId="262"/>
            <ac:spMk id="6" creationId="{28ED71EF-B393-59AC-85FF-6AE959784BFE}"/>
          </ac:spMkLst>
        </pc:spChg>
        <pc:picChg chg="add del mod">
          <ac:chgData name="Dmitriy Ratushny" userId="08050032e8047aee" providerId="LiveId" clId="{78EB1A6D-D3A9-4525-A4D5-A50D4E20D487}" dt="2026-07-29T13:23:05.261" v="2936" actId="478"/>
          <ac:picMkLst>
            <pc:docMk/>
            <pc:sldMk cId="0" sldId="262"/>
            <ac:picMk id="4" creationId="{00000000-0000-0000-0000-000000000000}"/>
          </ac:picMkLst>
        </pc:picChg>
        <pc:picChg chg="add del mod modCrop">
          <ac:chgData name="Dmitriy Ratushny" userId="08050032e8047aee" providerId="LiveId" clId="{78EB1A6D-D3A9-4525-A4D5-A50D4E20D487}" dt="2026-07-29T13:10:32.502" v="2855" actId="22"/>
          <ac:picMkLst>
            <pc:docMk/>
            <pc:sldMk cId="0" sldId="262"/>
            <ac:picMk id="7" creationId="{20B3470F-8F09-7BE4-1522-0C096A5A4A2B}"/>
          </ac:picMkLst>
        </pc:picChg>
        <pc:picChg chg="add mod">
          <ac:chgData name="Dmitriy Ratushny" userId="08050032e8047aee" providerId="LiveId" clId="{78EB1A6D-D3A9-4525-A4D5-A50D4E20D487}" dt="2026-07-29T13:16:21.699" v="2866" actId="1076"/>
          <ac:picMkLst>
            <pc:docMk/>
            <pc:sldMk cId="0" sldId="262"/>
            <ac:picMk id="9" creationId="{EE34B78E-69C8-C210-CBE4-DCFCFA91AFED}"/>
          </ac:picMkLst>
        </pc:picChg>
        <pc:picChg chg="add mod">
          <ac:chgData name="Dmitriy Ratushny" userId="08050032e8047aee" providerId="LiveId" clId="{78EB1A6D-D3A9-4525-A4D5-A50D4E20D487}" dt="2026-07-29T13:23:14.188" v="2940" actId="1076"/>
          <ac:picMkLst>
            <pc:docMk/>
            <pc:sldMk cId="0" sldId="262"/>
            <ac:picMk id="11" creationId="{AD950E2A-4BCA-F823-06CD-8AE5F2C59ADE}"/>
          </ac:picMkLst>
        </pc:picChg>
      </pc:sldChg>
      <pc:sldChg chg="addSp delSp modSp add del mod">
        <pc:chgData name="Dmitriy Ratushny" userId="08050032e8047aee" providerId="LiveId" clId="{78EB1A6D-D3A9-4525-A4D5-A50D4E20D487}" dt="2026-07-29T14:42:57.973" v="3229" actId="20577"/>
        <pc:sldMkLst>
          <pc:docMk/>
          <pc:sldMk cId="0" sldId="263"/>
        </pc:sldMkLst>
        <pc:spChg chg="mod">
          <ac:chgData name="Dmitriy Ratushny" userId="08050032e8047aee" providerId="LiveId" clId="{78EB1A6D-D3A9-4525-A4D5-A50D4E20D487}" dt="2026-07-29T13:03:35.038" v="2730" actId="207"/>
          <ac:spMkLst>
            <pc:docMk/>
            <pc:sldMk cId="0" sldId="263"/>
            <ac:spMk id="2" creationId="{00000000-0000-0000-0000-000000000000}"/>
          </ac:spMkLst>
        </pc:spChg>
        <pc:spChg chg="mod">
          <ac:chgData name="Dmitriy Ratushny" userId="08050032e8047aee" providerId="LiveId" clId="{78EB1A6D-D3A9-4525-A4D5-A50D4E20D487}" dt="2026-07-29T14:42:39.610" v="3226" actId="1076"/>
          <ac:spMkLst>
            <pc:docMk/>
            <pc:sldMk cId="0" sldId="263"/>
            <ac:spMk id="5" creationId="{00000000-0000-0000-0000-000000000000}"/>
          </ac:spMkLst>
        </pc:spChg>
        <pc:spChg chg="mod">
          <ac:chgData name="Dmitriy Ratushny" userId="08050032e8047aee" providerId="LiveId" clId="{78EB1A6D-D3A9-4525-A4D5-A50D4E20D487}" dt="2026-07-29T14:42:57.973" v="3229" actId="20577"/>
          <ac:spMkLst>
            <pc:docMk/>
            <pc:sldMk cId="0" sldId="263"/>
            <ac:spMk id="6" creationId="{00000000-0000-0000-0000-000000000000}"/>
          </ac:spMkLst>
        </pc:spChg>
        <pc:spChg chg="del">
          <ac:chgData name="Dmitriy Ratushny" userId="08050032e8047aee" providerId="LiveId" clId="{78EB1A6D-D3A9-4525-A4D5-A50D4E20D487}" dt="2026-07-29T13:31:44.968" v="3008" actId="478"/>
          <ac:spMkLst>
            <pc:docMk/>
            <pc:sldMk cId="0" sldId="263"/>
            <ac:spMk id="7" creationId="{00000000-0000-0000-0000-000000000000}"/>
          </ac:spMkLst>
        </pc:spChg>
        <pc:spChg chg="add mod">
          <ac:chgData name="Dmitriy Ratushny" userId="08050032e8047aee" providerId="LiveId" clId="{78EB1A6D-D3A9-4525-A4D5-A50D4E20D487}" dt="2026-07-29T13:29:51.835" v="3006" actId="14100"/>
          <ac:spMkLst>
            <pc:docMk/>
            <pc:sldMk cId="0" sldId="263"/>
            <ac:spMk id="8" creationId="{12C611BC-1707-F619-DD30-259262FFA0D2}"/>
          </ac:spMkLst>
        </pc:spChg>
        <pc:picChg chg="add del mod">
          <ac:chgData name="Dmitriy Ratushny" userId="08050032e8047aee" providerId="LiveId" clId="{78EB1A6D-D3A9-4525-A4D5-A50D4E20D487}" dt="2026-07-29T13:37:40.697" v="3026" actId="22"/>
          <ac:picMkLst>
            <pc:docMk/>
            <pc:sldMk cId="0" sldId="263"/>
            <ac:picMk id="10" creationId="{E7FB8800-1062-9A37-EE8A-C1D5F26BFB26}"/>
          </ac:picMkLst>
        </pc:picChg>
      </pc:sldChg>
      <pc:sldChg chg="addSp delSp modSp mod">
        <pc:chgData name="Dmitriy Ratushny" userId="08050032e8047aee" providerId="LiveId" clId="{78EB1A6D-D3A9-4525-A4D5-A50D4E20D487}" dt="2026-07-29T14:20:52.416" v="3208" actId="1076"/>
        <pc:sldMkLst>
          <pc:docMk/>
          <pc:sldMk cId="0" sldId="264"/>
        </pc:sldMkLst>
        <pc:spChg chg="mod">
          <ac:chgData name="Dmitriy Ratushny" userId="08050032e8047aee" providerId="LiveId" clId="{78EB1A6D-D3A9-4525-A4D5-A50D4E20D487}" dt="2026-07-29T13:03:14.930" v="2708" actId="6549"/>
          <ac:spMkLst>
            <pc:docMk/>
            <pc:sldMk cId="0" sldId="264"/>
            <ac:spMk id="2" creationId="{00000000-0000-0000-0000-000000000000}"/>
          </ac:spMkLst>
        </pc:spChg>
        <pc:spChg chg="mod">
          <ac:chgData name="Dmitriy Ratushny" userId="08050032e8047aee" providerId="LiveId" clId="{78EB1A6D-D3A9-4525-A4D5-A50D4E20D487}" dt="2026-07-29T14:20:21.027" v="3202" actId="21"/>
          <ac:spMkLst>
            <pc:docMk/>
            <pc:sldMk cId="0" sldId="264"/>
            <ac:spMk id="5" creationId="{00000000-0000-0000-0000-000000000000}"/>
          </ac:spMkLst>
        </pc:spChg>
        <pc:spChg chg="del">
          <ac:chgData name="Dmitriy Ratushny" userId="08050032e8047aee" providerId="LiveId" clId="{78EB1A6D-D3A9-4525-A4D5-A50D4E20D487}" dt="2026-07-29T14:00:24.915" v="3069" actId="478"/>
          <ac:spMkLst>
            <pc:docMk/>
            <pc:sldMk cId="0" sldId="264"/>
            <ac:spMk id="6" creationId="{00000000-0000-0000-0000-000000000000}"/>
          </ac:spMkLst>
        </pc:spChg>
        <pc:spChg chg="add mod">
          <ac:chgData name="Dmitriy Ratushny" userId="08050032e8047aee" providerId="LiveId" clId="{78EB1A6D-D3A9-4525-A4D5-A50D4E20D487}" dt="2026-07-29T14:20:24.788" v="3204" actId="1076"/>
          <ac:spMkLst>
            <pc:docMk/>
            <pc:sldMk cId="0" sldId="264"/>
            <ac:spMk id="10" creationId="{59D5E82D-6C5D-1F05-AF59-8F1C90CA5BFE}"/>
          </ac:spMkLst>
        </pc:spChg>
        <pc:picChg chg="del mod">
          <ac:chgData name="Dmitriy Ratushny" userId="08050032e8047aee" providerId="LiveId" clId="{78EB1A6D-D3A9-4525-A4D5-A50D4E20D487}" dt="2026-07-29T14:20:12.226" v="3199" actId="478"/>
          <ac:picMkLst>
            <pc:docMk/>
            <pc:sldMk cId="0" sldId="264"/>
            <ac:picMk id="4" creationId="{00000000-0000-0000-0000-000000000000}"/>
          </ac:picMkLst>
        </pc:picChg>
        <pc:picChg chg="add mod">
          <ac:chgData name="Dmitriy Ratushny" userId="08050032e8047aee" providerId="LiveId" clId="{78EB1A6D-D3A9-4525-A4D5-A50D4E20D487}" dt="2026-07-29T14:20:52.416" v="3208" actId="1076"/>
          <ac:picMkLst>
            <pc:docMk/>
            <pc:sldMk cId="0" sldId="264"/>
            <ac:picMk id="8" creationId="{591DEB87-1430-93AA-46A6-A24096F970A6}"/>
          </ac:picMkLst>
        </pc:picChg>
      </pc:sldChg>
      <pc:sldChg chg="modSp add del mod">
        <pc:chgData name="Dmitriy Ratushny" userId="08050032e8047aee" providerId="LiveId" clId="{78EB1A6D-D3A9-4525-A4D5-A50D4E20D487}" dt="2026-07-29T15:53:54.528" v="3398" actId="47"/>
        <pc:sldMkLst>
          <pc:docMk/>
          <pc:sldMk cId="0" sldId="265"/>
        </pc:sldMkLst>
        <pc:spChg chg="mod">
          <ac:chgData name="Dmitriy Ratushny" userId="08050032e8047aee" providerId="LiveId" clId="{78EB1A6D-D3A9-4525-A4D5-A50D4E20D487}" dt="2026-07-29T13:04:05.667" v="2732" actId="108"/>
          <ac:spMkLst>
            <pc:docMk/>
            <pc:sldMk cId="0" sldId="265"/>
            <ac:spMk id="2" creationId="{00000000-0000-0000-0000-000000000000}"/>
          </ac:spMkLst>
        </pc:spChg>
      </pc:sldChg>
      <pc:sldChg chg="addSp delSp modSp add del mod">
        <pc:chgData name="Dmitriy Ratushny" userId="08050032e8047aee" providerId="LiveId" clId="{78EB1A6D-D3A9-4525-A4D5-A50D4E20D487}" dt="2026-07-29T16:29:09.628" v="3479" actId="47"/>
        <pc:sldMkLst>
          <pc:docMk/>
          <pc:sldMk cId="0" sldId="266"/>
        </pc:sldMkLst>
        <pc:spChg chg="mod">
          <ac:chgData name="Dmitriy Ratushny" userId="08050032e8047aee" providerId="LiveId" clId="{78EB1A6D-D3A9-4525-A4D5-A50D4E20D487}" dt="2026-07-29T15:16:19.764" v="3384" actId="6549"/>
          <ac:spMkLst>
            <pc:docMk/>
            <pc:sldMk cId="0" sldId="266"/>
            <ac:spMk id="2" creationId="{00000000-0000-0000-0000-000000000000}"/>
          </ac:spMkLst>
        </pc:spChg>
        <pc:spChg chg="del">
          <ac:chgData name="Dmitriy Ratushny" userId="08050032e8047aee" providerId="LiveId" clId="{78EB1A6D-D3A9-4525-A4D5-A50D4E20D487}" dt="2026-07-29T15:13:29.668" v="3333" actId="478"/>
          <ac:spMkLst>
            <pc:docMk/>
            <pc:sldMk cId="0" sldId="266"/>
            <ac:spMk id="5" creationId="{00000000-0000-0000-0000-000000000000}"/>
          </ac:spMkLst>
        </pc:spChg>
        <pc:spChg chg="del">
          <ac:chgData name="Dmitriy Ratushny" userId="08050032e8047aee" providerId="LiveId" clId="{78EB1A6D-D3A9-4525-A4D5-A50D4E20D487}" dt="2026-07-29T14:50:10.583" v="3238" actId="478"/>
          <ac:spMkLst>
            <pc:docMk/>
            <pc:sldMk cId="0" sldId="266"/>
            <ac:spMk id="6" creationId="{00000000-0000-0000-0000-000000000000}"/>
          </ac:spMkLst>
        </pc:spChg>
        <pc:spChg chg="add mod">
          <ac:chgData name="Dmitriy Ratushny" userId="08050032e8047aee" providerId="LiveId" clId="{78EB1A6D-D3A9-4525-A4D5-A50D4E20D487}" dt="2026-07-29T15:33:56.924" v="3397" actId="20577"/>
          <ac:spMkLst>
            <pc:docMk/>
            <pc:sldMk cId="0" sldId="266"/>
            <ac:spMk id="7" creationId="{A7236729-E287-7283-0A77-C4717D568D37}"/>
          </ac:spMkLst>
        </pc:spChg>
        <pc:picChg chg="del">
          <ac:chgData name="Dmitriy Ratushny" userId="08050032e8047aee" providerId="LiveId" clId="{78EB1A6D-D3A9-4525-A4D5-A50D4E20D487}" dt="2026-07-29T15:13:25.669" v="3332" actId="478"/>
          <ac:picMkLst>
            <pc:docMk/>
            <pc:sldMk cId="0" sldId="266"/>
            <ac:picMk id="4" creationId="{00000000-0000-0000-0000-000000000000}"/>
          </ac:picMkLst>
        </pc:picChg>
        <pc:picChg chg="add del mod">
          <ac:chgData name="Dmitriy Ratushny" userId="08050032e8047aee" providerId="LiveId" clId="{78EB1A6D-D3A9-4525-A4D5-A50D4E20D487}" dt="2026-07-29T15:22:52.305" v="3388" actId="478"/>
          <ac:picMkLst>
            <pc:docMk/>
            <pc:sldMk cId="0" sldId="266"/>
            <ac:picMk id="9" creationId="{33E6DD1A-D7D2-2CB5-EFC5-7C5C90646EF6}"/>
          </ac:picMkLst>
        </pc:picChg>
        <pc:picChg chg="add mod">
          <ac:chgData name="Dmitriy Ratushny" userId="08050032e8047aee" providerId="LiveId" clId="{78EB1A6D-D3A9-4525-A4D5-A50D4E20D487}" dt="2026-07-29T15:22:56.400" v="3391" actId="14100"/>
          <ac:picMkLst>
            <pc:docMk/>
            <pc:sldMk cId="0" sldId="266"/>
            <ac:picMk id="11" creationId="{C69554E6-A1EF-E6EB-DCA9-B1FAEA444E36}"/>
          </ac:picMkLst>
        </pc:picChg>
      </pc:sldChg>
      <pc:sldChg chg="delSp modSp add del mod ord">
        <pc:chgData name="Dmitriy Ratushny" userId="08050032e8047aee" providerId="LiveId" clId="{78EB1A6D-D3A9-4525-A4D5-A50D4E20D487}" dt="2026-07-29T16:29:17.780" v="3481"/>
        <pc:sldMkLst>
          <pc:docMk/>
          <pc:sldMk cId="0" sldId="267"/>
        </pc:sldMkLst>
        <pc:spChg chg="mod">
          <ac:chgData name="Dmitriy Ratushny" userId="08050032e8047aee" providerId="LiveId" clId="{78EB1A6D-D3A9-4525-A4D5-A50D4E20D487}" dt="2026-07-29T13:04:57.467" v="2764" actId="207"/>
          <ac:spMkLst>
            <pc:docMk/>
            <pc:sldMk cId="0" sldId="267"/>
            <ac:spMk id="2" creationId="{00000000-0000-0000-0000-000000000000}"/>
          </ac:spMkLst>
        </pc:spChg>
        <pc:spChg chg="del">
          <ac:chgData name="Dmitriy Ratushny" userId="08050032e8047aee" providerId="LiveId" clId="{78EB1A6D-D3A9-4525-A4D5-A50D4E20D487}" dt="2026-07-29T15:57:02.948" v="3399" actId="478"/>
          <ac:spMkLst>
            <pc:docMk/>
            <pc:sldMk cId="0" sldId="267"/>
            <ac:spMk id="6" creationId="{00000000-0000-0000-0000-000000000000}"/>
          </ac:spMkLst>
        </pc:spChg>
      </pc:sldChg>
      <pc:sldChg chg="modSp add del mod">
        <pc:chgData name="Dmitriy Ratushny" userId="08050032e8047aee" providerId="LiveId" clId="{78EB1A6D-D3A9-4525-A4D5-A50D4E20D487}" dt="2026-07-29T16:26:27.921" v="3469" actId="47"/>
        <pc:sldMkLst>
          <pc:docMk/>
          <pc:sldMk cId="0" sldId="268"/>
        </pc:sldMkLst>
        <pc:spChg chg="mod">
          <ac:chgData name="Dmitriy Ratushny" userId="08050032e8047aee" providerId="LiveId" clId="{78EB1A6D-D3A9-4525-A4D5-A50D4E20D487}" dt="2026-07-29T16:26:21.431" v="3466" actId="6549"/>
          <ac:spMkLst>
            <pc:docMk/>
            <pc:sldMk cId="0" sldId="268"/>
            <ac:spMk id="2" creationId="{00000000-0000-0000-0000-000000000000}"/>
          </ac:spMkLst>
        </pc:spChg>
        <pc:spChg chg="mod">
          <ac:chgData name="Dmitriy Ratushny" userId="08050032e8047aee" providerId="LiveId" clId="{78EB1A6D-D3A9-4525-A4D5-A50D4E20D487}" dt="2026-07-29T15:04:33.733" v="3319" actId="20577"/>
          <ac:spMkLst>
            <pc:docMk/>
            <pc:sldMk cId="0" sldId="268"/>
            <ac:spMk id="5" creationId="{00000000-0000-0000-0000-000000000000}"/>
          </ac:spMkLst>
        </pc:spChg>
      </pc:sldChg>
      <pc:sldChg chg="delSp modSp del mod ord">
        <pc:chgData name="Dmitriy Ratushny" userId="08050032e8047aee" providerId="LiveId" clId="{78EB1A6D-D3A9-4525-A4D5-A50D4E20D487}" dt="2026-07-29T16:29:08.501" v="3477" actId="47"/>
        <pc:sldMkLst>
          <pc:docMk/>
          <pc:sldMk cId="0" sldId="269"/>
        </pc:sldMkLst>
        <pc:spChg chg="mod">
          <ac:chgData name="Dmitriy Ratushny" userId="08050032e8047aee" providerId="LiveId" clId="{78EB1A6D-D3A9-4525-A4D5-A50D4E20D487}" dt="2026-07-29T16:08:01.321" v="3461" actId="20577"/>
          <ac:spMkLst>
            <pc:docMk/>
            <pc:sldMk cId="0" sldId="269"/>
            <ac:spMk id="2" creationId="{00000000-0000-0000-0000-000000000000}"/>
          </ac:spMkLst>
        </pc:spChg>
        <pc:spChg chg="mod">
          <ac:chgData name="Dmitriy Ratushny" userId="08050032e8047aee" providerId="LiveId" clId="{78EB1A6D-D3A9-4525-A4D5-A50D4E20D487}" dt="2026-07-29T16:07:25.033" v="3438" actId="20577"/>
          <ac:spMkLst>
            <pc:docMk/>
            <pc:sldMk cId="0" sldId="269"/>
            <ac:spMk id="5" creationId="{00000000-0000-0000-0000-000000000000}"/>
          </ac:spMkLst>
        </pc:spChg>
        <pc:spChg chg="del">
          <ac:chgData name="Dmitriy Ratushny" userId="08050032e8047aee" providerId="LiveId" clId="{78EB1A6D-D3A9-4525-A4D5-A50D4E20D487}" dt="2026-07-29T15:59:15.614" v="3409" actId="478"/>
          <ac:spMkLst>
            <pc:docMk/>
            <pc:sldMk cId="0" sldId="269"/>
            <ac:spMk id="6" creationId="{00000000-0000-0000-0000-000000000000}"/>
          </ac:spMkLst>
        </pc:spChg>
        <pc:picChg chg="del">
          <ac:chgData name="Dmitriy Ratushny" userId="08050032e8047aee" providerId="LiveId" clId="{78EB1A6D-D3A9-4525-A4D5-A50D4E20D487}" dt="2026-07-29T15:59:12.251" v="3408" actId="478"/>
          <ac:picMkLst>
            <pc:docMk/>
            <pc:sldMk cId="0" sldId="269"/>
            <ac:picMk id="4" creationId="{00000000-0000-0000-0000-000000000000}"/>
          </ac:picMkLst>
        </pc:picChg>
      </pc:sldChg>
      <pc:sldChg chg="del">
        <pc:chgData name="Dmitriy Ratushny" userId="08050032e8047aee" providerId="LiveId" clId="{78EB1A6D-D3A9-4525-A4D5-A50D4E20D487}" dt="2026-07-29T16:00:23.538" v="3410" actId="47"/>
        <pc:sldMkLst>
          <pc:docMk/>
          <pc:sldMk cId="0" sldId="270"/>
        </pc:sldMkLst>
      </pc:sldChg>
      <pc:sldChg chg="addSp delSp modSp new mod">
        <pc:chgData name="Dmitriy Ratushny" userId="08050032e8047aee" providerId="LiveId" clId="{78EB1A6D-D3A9-4525-A4D5-A50D4E20D487}" dt="2026-07-29T11:26:45.518" v="1890" actId="20577"/>
        <pc:sldMkLst>
          <pc:docMk/>
          <pc:sldMk cId="727656364" sldId="272"/>
        </pc:sldMkLst>
        <pc:spChg chg="add mod">
          <ac:chgData name="Dmitriy Ratushny" userId="08050032e8047aee" providerId="LiveId" clId="{78EB1A6D-D3A9-4525-A4D5-A50D4E20D487}" dt="2026-07-29T11:26:45.518" v="1890" actId="20577"/>
          <ac:spMkLst>
            <pc:docMk/>
            <pc:sldMk cId="727656364" sldId="272"/>
            <ac:spMk id="3" creationId="{502800D6-974F-2F17-A52E-0A306D35DF0C}"/>
          </ac:spMkLst>
        </pc:spChg>
        <pc:spChg chg="add del">
          <ac:chgData name="Dmitriy Ratushny" userId="08050032e8047aee" providerId="LiveId" clId="{78EB1A6D-D3A9-4525-A4D5-A50D4E20D487}" dt="2026-07-29T04:32:12.401" v="1623" actId="22"/>
          <ac:spMkLst>
            <pc:docMk/>
            <pc:sldMk cId="727656364" sldId="272"/>
            <ac:spMk id="4" creationId="{ADD1133A-118A-E00D-C649-50786DE58214}"/>
          </ac:spMkLst>
        </pc:spChg>
        <pc:spChg chg="add">
          <ac:chgData name="Dmitriy Ratushny" userId="08050032e8047aee" providerId="LiveId" clId="{78EB1A6D-D3A9-4525-A4D5-A50D4E20D487}" dt="2026-07-29T03:53:25.069" v="1505" actId="22"/>
          <ac:spMkLst>
            <pc:docMk/>
            <pc:sldMk cId="727656364" sldId="272"/>
            <ac:spMk id="5" creationId="{CA970AC4-91F5-08BB-443D-4F894B789C96}"/>
          </ac:spMkLst>
        </pc:spChg>
        <pc:spChg chg="add">
          <ac:chgData name="Dmitriy Ratushny" userId="08050032e8047aee" providerId="LiveId" clId="{78EB1A6D-D3A9-4525-A4D5-A50D4E20D487}" dt="2026-07-29T03:53:25.069" v="1505" actId="22"/>
          <ac:spMkLst>
            <pc:docMk/>
            <pc:sldMk cId="727656364" sldId="272"/>
            <ac:spMk id="7" creationId="{9F1B9989-6A7C-C50E-2B6A-E012B6E3A475}"/>
          </ac:spMkLst>
        </pc:spChg>
      </pc:sldChg>
      <pc:sldChg chg="modSp add mod">
        <pc:chgData name="Dmitriy Ratushny" userId="08050032e8047aee" providerId="LiveId" clId="{78EB1A6D-D3A9-4525-A4D5-A50D4E20D487}" dt="2026-07-29T04:34:24.604" v="1631" actId="1076"/>
        <pc:sldMkLst>
          <pc:docMk/>
          <pc:sldMk cId="0" sldId="273"/>
        </pc:sldMkLst>
        <pc:spChg chg="mod">
          <ac:chgData name="Dmitriy Ratushny" userId="08050032e8047aee" providerId="LiveId" clId="{78EB1A6D-D3A9-4525-A4D5-A50D4E20D487}" dt="2026-07-29T04:34:16.235" v="1629"/>
          <ac:spMkLst>
            <pc:docMk/>
            <pc:sldMk cId="0" sldId="273"/>
            <ac:spMk id="2" creationId="{00000000-0000-0000-0000-000000000000}"/>
          </ac:spMkLst>
        </pc:spChg>
        <pc:spChg chg="mod">
          <ac:chgData name="Dmitriy Ratushny" userId="08050032e8047aee" providerId="LiveId" clId="{78EB1A6D-D3A9-4525-A4D5-A50D4E20D487}" dt="2026-07-29T04:34:21.479" v="1630" actId="1076"/>
          <ac:spMkLst>
            <pc:docMk/>
            <pc:sldMk cId="0" sldId="273"/>
            <ac:spMk id="3" creationId="{00000000-0000-0000-0000-000000000000}"/>
          </ac:spMkLst>
        </pc:spChg>
        <pc:picChg chg="mod">
          <ac:chgData name="Dmitriy Ratushny" userId="08050032e8047aee" providerId="LiveId" clId="{78EB1A6D-D3A9-4525-A4D5-A50D4E20D487}" dt="2026-07-29T04:34:24.604" v="1631" actId="1076"/>
          <ac:picMkLst>
            <pc:docMk/>
            <pc:sldMk cId="0" sldId="273"/>
            <ac:picMk id="4" creationId="{00000000-0000-0000-0000-000000000000}"/>
          </ac:picMkLst>
        </pc:picChg>
      </pc:sldChg>
      <pc:sldChg chg="add del">
        <pc:chgData name="Dmitriy Ratushny" userId="08050032e8047aee" providerId="LiveId" clId="{78EB1A6D-D3A9-4525-A4D5-A50D4E20D487}" dt="2026-07-29T12:01:40.979" v="1935" actId="47"/>
        <pc:sldMkLst>
          <pc:docMk/>
          <pc:sldMk cId="0" sldId="274"/>
        </pc:sldMkLst>
      </pc:sldChg>
      <pc:sldChg chg="modSp add del mod">
        <pc:chgData name="Dmitriy Ratushny" userId="08050032e8047aee" providerId="LiveId" clId="{78EB1A6D-D3A9-4525-A4D5-A50D4E20D487}" dt="2026-07-29T11:59:15.942" v="1933" actId="47"/>
        <pc:sldMkLst>
          <pc:docMk/>
          <pc:sldMk cId="0" sldId="275"/>
        </pc:sldMkLst>
        <pc:spChg chg="mod">
          <ac:chgData name="Dmitriy Ratushny" userId="08050032e8047aee" providerId="LiveId" clId="{78EB1A6D-D3A9-4525-A4D5-A50D4E20D487}" dt="2026-07-29T11:52:01.754" v="1927" actId="20577"/>
          <ac:spMkLst>
            <pc:docMk/>
            <pc:sldMk cId="0" sldId="275"/>
            <ac:spMk id="2" creationId="{00000000-0000-0000-0000-000000000000}"/>
          </ac:spMkLst>
        </pc:spChg>
      </pc:sldChg>
      <pc:sldChg chg="delSp modSp add del mod">
        <pc:chgData name="Dmitriy Ratushny" userId="08050032e8047aee" providerId="LiveId" clId="{78EB1A6D-D3A9-4525-A4D5-A50D4E20D487}" dt="2026-07-29T15:12:25.555" v="3331" actId="20577"/>
        <pc:sldMkLst>
          <pc:docMk/>
          <pc:sldMk cId="0" sldId="276"/>
        </pc:sldMkLst>
        <pc:spChg chg="mod">
          <ac:chgData name="Dmitriy Ratushny" userId="08050032e8047aee" providerId="LiveId" clId="{78EB1A6D-D3A9-4525-A4D5-A50D4E20D487}" dt="2026-07-29T15:12:25.555" v="3331" actId="20577"/>
          <ac:spMkLst>
            <pc:docMk/>
            <pc:sldMk cId="0" sldId="276"/>
            <ac:spMk id="2" creationId="{00000000-0000-0000-0000-000000000000}"/>
          </ac:spMkLst>
        </pc:spChg>
        <pc:spChg chg="del mod">
          <ac:chgData name="Dmitriy Ratushny" userId="08050032e8047aee" providerId="LiveId" clId="{78EB1A6D-D3A9-4525-A4D5-A50D4E20D487}" dt="2026-07-29T12:09:56.344" v="1959" actId="478"/>
          <ac:spMkLst>
            <pc:docMk/>
            <pc:sldMk cId="0" sldId="276"/>
            <ac:spMk id="5" creationId="{00000000-0000-0000-0000-000000000000}"/>
          </ac:spMkLst>
        </pc:spChg>
        <pc:spChg chg="mod">
          <ac:chgData name="Dmitriy Ratushny" userId="08050032e8047aee" providerId="LiveId" clId="{78EB1A6D-D3A9-4525-A4D5-A50D4E20D487}" dt="2026-07-29T12:10:18.255" v="1972" actId="1076"/>
          <ac:spMkLst>
            <pc:docMk/>
            <pc:sldMk cId="0" sldId="276"/>
            <ac:spMk id="6" creationId="{00000000-0000-0000-0000-000000000000}"/>
          </ac:spMkLst>
        </pc:spChg>
        <pc:picChg chg="mod">
          <ac:chgData name="Dmitriy Ratushny" userId="08050032e8047aee" providerId="LiveId" clId="{78EB1A6D-D3A9-4525-A4D5-A50D4E20D487}" dt="2026-07-29T12:10:32.324" v="1976" actId="1076"/>
          <ac:picMkLst>
            <pc:docMk/>
            <pc:sldMk cId="0" sldId="276"/>
            <ac:picMk id="4" creationId="{00000000-0000-0000-0000-000000000000}"/>
          </ac:picMkLst>
        </pc:picChg>
      </pc:sldChg>
      <pc:sldChg chg="addSp delSp modSp add del mod">
        <pc:chgData name="Dmitriy Ratushny" userId="08050032e8047aee" providerId="LiveId" clId="{78EB1A6D-D3A9-4525-A4D5-A50D4E20D487}" dt="2026-07-29T12:27:23.616" v="2150" actId="47"/>
        <pc:sldMkLst>
          <pc:docMk/>
          <pc:sldMk cId="0" sldId="277"/>
        </pc:sldMkLst>
        <pc:spChg chg="del mod">
          <ac:chgData name="Dmitriy Ratushny" userId="08050032e8047aee" providerId="LiveId" clId="{78EB1A6D-D3A9-4525-A4D5-A50D4E20D487}" dt="2026-07-29T12:11:08.206" v="1977" actId="478"/>
          <ac:spMkLst>
            <pc:docMk/>
            <pc:sldMk cId="0" sldId="277"/>
            <ac:spMk id="5" creationId="{00000000-0000-0000-0000-000000000000}"/>
          </ac:spMkLst>
        </pc:spChg>
        <pc:spChg chg="add mod">
          <ac:chgData name="Dmitriy Ratushny" userId="08050032e8047aee" providerId="LiveId" clId="{78EB1A6D-D3A9-4525-A4D5-A50D4E20D487}" dt="2026-07-29T12:14:43.485" v="2145" actId="20577"/>
          <ac:spMkLst>
            <pc:docMk/>
            <pc:sldMk cId="0" sldId="277"/>
            <ac:spMk id="8" creationId="{03FA6BE2-C20B-E0BF-644E-235352149894}"/>
          </ac:spMkLst>
        </pc:spChg>
      </pc:sldChg>
      <pc:sldChg chg="addSp delSp modSp add mod">
        <pc:chgData name="Dmitriy Ratushny" userId="08050032e8047aee" providerId="LiveId" clId="{78EB1A6D-D3A9-4525-A4D5-A50D4E20D487}" dt="2026-07-29T15:11:37.798" v="3320" actId="20577"/>
        <pc:sldMkLst>
          <pc:docMk/>
          <pc:sldMk cId="0" sldId="278"/>
        </pc:sldMkLst>
        <pc:spChg chg="mod">
          <ac:chgData name="Dmitriy Ratushny" userId="08050032e8047aee" providerId="LiveId" clId="{78EB1A6D-D3A9-4525-A4D5-A50D4E20D487}" dt="2026-07-29T12:58:36.164" v="2687" actId="20577"/>
          <ac:spMkLst>
            <pc:docMk/>
            <pc:sldMk cId="0" sldId="278"/>
            <ac:spMk id="2" creationId="{00000000-0000-0000-0000-000000000000}"/>
          </ac:spMkLst>
        </pc:spChg>
        <pc:spChg chg="mod">
          <ac:chgData name="Dmitriy Ratushny" userId="08050032e8047aee" providerId="LiveId" clId="{78EB1A6D-D3A9-4525-A4D5-A50D4E20D487}" dt="2026-07-29T15:11:37.798" v="3320" actId="20577"/>
          <ac:spMkLst>
            <pc:docMk/>
            <pc:sldMk cId="0" sldId="278"/>
            <ac:spMk id="5" creationId="{00000000-0000-0000-0000-000000000000}"/>
          </ac:spMkLst>
        </pc:spChg>
        <pc:spChg chg="del">
          <ac:chgData name="Dmitriy Ratushny" userId="08050032e8047aee" providerId="LiveId" clId="{78EB1A6D-D3A9-4525-A4D5-A50D4E20D487}" dt="2026-07-29T12:58:11.629" v="2607" actId="478"/>
          <ac:spMkLst>
            <pc:docMk/>
            <pc:sldMk cId="0" sldId="278"/>
            <ac:spMk id="6" creationId="{00000000-0000-0000-0000-000000000000}"/>
          </ac:spMkLst>
        </pc:spChg>
        <pc:graphicFrameChg chg="add del mod modGraphic">
          <ac:chgData name="Dmitriy Ratushny" userId="08050032e8047aee" providerId="LiveId" clId="{78EB1A6D-D3A9-4525-A4D5-A50D4E20D487}" dt="2026-07-29T12:52:27.964" v="2531" actId="478"/>
          <ac:graphicFrameMkLst>
            <pc:docMk/>
            <pc:sldMk cId="0" sldId="278"/>
            <ac:graphicFrameMk id="7" creationId="{8F69452C-4A1F-7480-655D-B13E379593C2}"/>
          </ac:graphicFrameMkLst>
        </pc:graphicFrameChg>
        <pc:picChg chg="mod modCrop">
          <ac:chgData name="Dmitriy Ratushny" userId="08050032e8047aee" providerId="LiveId" clId="{78EB1A6D-D3A9-4525-A4D5-A50D4E20D487}" dt="2026-07-29T13:01:20.506" v="2689" actId="1076"/>
          <ac:picMkLst>
            <pc:docMk/>
            <pc:sldMk cId="0" sldId="278"/>
            <ac:picMk id="4" creationId="{00000000-0000-0000-0000-000000000000}"/>
          </ac:picMkLst>
        </pc:picChg>
      </pc:sldChg>
      <pc:sldChg chg="modSp add del mod">
        <pc:chgData name="Dmitriy Ratushny" userId="08050032e8047aee" providerId="LiveId" clId="{78EB1A6D-D3A9-4525-A4D5-A50D4E20D487}" dt="2026-07-29T14:26:27.229" v="3215" actId="47"/>
        <pc:sldMkLst>
          <pc:docMk/>
          <pc:sldMk cId="0" sldId="279"/>
        </pc:sldMkLst>
        <pc:spChg chg="mod">
          <ac:chgData name="Dmitriy Ratushny" userId="08050032e8047aee" providerId="LiveId" clId="{78EB1A6D-D3A9-4525-A4D5-A50D4E20D487}" dt="2026-07-29T14:14:04.290" v="3195" actId="20577"/>
          <ac:spMkLst>
            <pc:docMk/>
            <pc:sldMk cId="0" sldId="279"/>
            <ac:spMk id="2" creationId="{00000000-0000-0000-0000-000000000000}"/>
          </ac:spMkLst>
        </pc:spChg>
        <pc:spChg chg="mod">
          <ac:chgData name="Dmitriy Ratushny" userId="08050032e8047aee" providerId="LiveId" clId="{78EB1A6D-D3A9-4525-A4D5-A50D4E20D487}" dt="2026-07-29T14:26:04.164" v="3210" actId="1076"/>
          <ac:spMkLst>
            <pc:docMk/>
            <pc:sldMk cId="0" sldId="279"/>
            <ac:spMk id="7" creationId="{00000000-0000-0000-0000-000000000000}"/>
          </ac:spMkLst>
        </pc:spChg>
        <pc:picChg chg="mod">
          <ac:chgData name="Dmitriy Ratushny" userId="08050032e8047aee" providerId="LiveId" clId="{78EB1A6D-D3A9-4525-A4D5-A50D4E20D487}" dt="2026-07-29T14:21:43.296" v="3209" actId="1076"/>
          <ac:picMkLst>
            <pc:docMk/>
            <pc:sldMk cId="0" sldId="279"/>
            <ac:picMk id="5" creationId="{00000000-0000-0000-0000-000000000000}"/>
          </ac:picMkLst>
        </pc:picChg>
      </pc:sldChg>
      <pc:sldChg chg="modSp add del">
        <pc:chgData name="Dmitriy Ratushny" userId="08050032e8047aee" providerId="LiveId" clId="{78EB1A6D-D3A9-4525-A4D5-A50D4E20D487}" dt="2026-07-29T14:38:52.464" v="3218" actId="47"/>
        <pc:sldMkLst>
          <pc:docMk/>
          <pc:sldMk cId="0" sldId="280"/>
        </pc:sldMkLst>
        <pc:spChg chg="mod">
          <ac:chgData name="Dmitriy Ratushny" userId="08050032e8047aee" providerId="LiveId" clId="{78EB1A6D-D3A9-4525-A4D5-A50D4E20D487}" dt="2026-07-29T14:26:24.516" v="3214"/>
          <ac:spMkLst>
            <pc:docMk/>
            <pc:sldMk cId="0" sldId="280"/>
            <ac:spMk id="2" creationId="{00000000-0000-0000-0000-000000000000}"/>
          </ac:spMkLst>
        </pc:spChg>
      </pc:sldChg>
      <pc:sldChg chg="delSp modSp add mod">
        <pc:chgData name="Dmitriy Ratushny" userId="08050032e8047aee" providerId="LiveId" clId="{78EB1A6D-D3A9-4525-A4D5-A50D4E20D487}" dt="2026-07-29T14:40:21.811" v="3224" actId="1076"/>
        <pc:sldMkLst>
          <pc:docMk/>
          <pc:sldMk cId="0" sldId="281"/>
        </pc:sldMkLst>
        <pc:spChg chg="mod">
          <ac:chgData name="Dmitriy Ratushny" userId="08050032e8047aee" providerId="LiveId" clId="{78EB1A6D-D3A9-4525-A4D5-A50D4E20D487}" dt="2026-07-29T14:38:50.970" v="3217"/>
          <ac:spMkLst>
            <pc:docMk/>
            <pc:sldMk cId="0" sldId="281"/>
            <ac:spMk id="2" creationId="{00000000-0000-0000-0000-000000000000}"/>
          </ac:spMkLst>
        </pc:spChg>
        <pc:spChg chg="mod">
          <ac:chgData name="Dmitriy Ratushny" userId="08050032e8047aee" providerId="LiveId" clId="{78EB1A6D-D3A9-4525-A4D5-A50D4E20D487}" dt="2026-07-29T14:40:21.811" v="3224" actId="1076"/>
          <ac:spMkLst>
            <pc:docMk/>
            <pc:sldMk cId="0" sldId="281"/>
            <ac:spMk id="6" creationId="{00000000-0000-0000-0000-000000000000}"/>
          </ac:spMkLst>
        </pc:spChg>
        <pc:spChg chg="del">
          <ac:chgData name="Dmitriy Ratushny" userId="08050032e8047aee" providerId="LiveId" clId="{78EB1A6D-D3A9-4525-A4D5-A50D4E20D487}" dt="2026-07-29T14:39:05.847" v="3219" actId="478"/>
          <ac:spMkLst>
            <pc:docMk/>
            <pc:sldMk cId="0" sldId="281"/>
            <ac:spMk id="7" creationId="{00000000-0000-0000-0000-000000000000}"/>
          </ac:spMkLst>
        </pc:spChg>
        <pc:picChg chg="mod">
          <ac:chgData name="Dmitriy Ratushny" userId="08050032e8047aee" providerId="LiveId" clId="{78EB1A6D-D3A9-4525-A4D5-A50D4E20D487}" dt="2026-07-29T14:40:09.032" v="3223" actId="1076"/>
          <ac:picMkLst>
            <pc:docMk/>
            <pc:sldMk cId="0" sldId="281"/>
            <ac:picMk id="5" creationId="{00000000-0000-0000-0000-000000000000}"/>
          </ac:picMkLst>
        </pc:picChg>
      </pc:sldChg>
      <pc:sldChg chg="addSp delSp modSp add mod">
        <pc:chgData name="Dmitriy Ratushny" userId="08050032e8047aee" providerId="LiveId" clId="{78EB1A6D-D3A9-4525-A4D5-A50D4E20D487}" dt="2026-07-29T15:01:17.742" v="3269" actId="1076"/>
        <pc:sldMkLst>
          <pc:docMk/>
          <pc:sldMk cId="0" sldId="282"/>
        </pc:sldMkLst>
        <pc:spChg chg="mod">
          <ac:chgData name="Dmitriy Ratushny" userId="08050032e8047aee" providerId="LiveId" clId="{78EB1A6D-D3A9-4525-A4D5-A50D4E20D487}" dt="2026-07-29T14:43:43.885" v="3231"/>
          <ac:spMkLst>
            <pc:docMk/>
            <pc:sldMk cId="0" sldId="282"/>
            <ac:spMk id="2" creationId="{00000000-0000-0000-0000-000000000000}"/>
          </ac:spMkLst>
        </pc:spChg>
        <pc:spChg chg="mod">
          <ac:chgData name="Dmitriy Ratushny" userId="08050032e8047aee" providerId="LiveId" clId="{78EB1A6D-D3A9-4525-A4D5-A50D4E20D487}" dt="2026-07-29T14:52:09.039" v="3253" actId="1076"/>
          <ac:spMkLst>
            <pc:docMk/>
            <pc:sldMk cId="0" sldId="282"/>
            <ac:spMk id="5" creationId="{00000000-0000-0000-0000-000000000000}"/>
          </ac:spMkLst>
        </pc:spChg>
        <pc:spChg chg="del mod">
          <ac:chgData name="Dmitriy Ratushny" userId="08050032e8047aee" providerId="LiveId" clId="{78EB1A6D-D3A9-4525-A4D5-A50D4E20D487}" dt="2026-07-29T14:44:54.403" v="3235" actId="478"/>
          <ac:spMkLst>
            <pc:docMk/>
            <pc:sldMk cId="0" sldId="282"/>
            <ac:spMk id="6" creationId="{00000000-0000-0000-0000-000000000000}"/>
          </ac:spMkLst>
        </pc:spChg>
        <pc:picChg chg="del mod">
          <ac:chgData name="Dmitriy Ratushny" userId="08050032e8047aee" providerId="LiveId" clId="{78EB1A6D-D3A9-4525-A4D5-A50D4E20D487}" dt="2026-07-29T14:51:37.882" v="3240" actId="478"/>
          <ac:picMkLst>
            <pc:docMk/>
            <pc:sldMk cId="0" sldId="282"/>
            <ac:picMk id="4" creationId="{00000000-0000-0000-0000-000000000000}"/>
          </ac:picMkLst>
        </pc:picChg>
        <pc:picChg chg="add del mod">
          <ac:chgData name="Dmitriy Ratushny" userId="08050032e8047aee" providerId="LiveId" clId="{78EB1A6D-D3A9-4525-A4D5-A50D4E20D487}" dt="2026-07-29T15:00:28.366" v="3259" actId="478"/>
          <ac:picMkLst>
            <pc:docMk/>
            <pc:sldMk cId="0" sldId="282"/>
            <ac:picMk id="8" creationId="{8C7726FE-9EFF-D61E-354E-2C27471AC428}"/>
          </ac:picMkLst>
        </pc:picChg>
        <pc:picChg chg="add mod modCrop">
          <ac:chgData name="Dmitriy Ratushny" userId="08050032e8047aee" providerId="LiveId" clId="{78EB1A6D-D3A9-4525-A4D5-A50D4E20D487}" dt="2026-07-29T15:01:17.742" v="3269" actId="1076"/>
          <ac:picMkLst>
            <pc:docMk/>
            <pc:sldMk cId="0" sldId="282"/>
            <ac:picMk id="10" creationId="{42C08F25-67CE-D88A-2AF5-D2B92CFFCE48}"/>
          </ac:picMkLst>
        </pc:picChg>
      </pc:sldChg>
      <pc:sldChg chg="delSp modSp add del mod ord">
        <pc:chgData name="Dmitriy Ratushny" userId="08050032e8047aee" providerId="LiveId" clId="{78EB1A6D-D3A9-4525-A4D5-A50D4E20D487}" dt="2026-07-29T16:26:30.223" v="3471"/>
        <pc:sldMkLst>
          <pc:docMk/>
          <pc:sldMk cId="0" sldId="283"/>
        </pc:sldMkLst>
        <pc:spChg chg="del mod">
          <ac:chgData name="Dmitriy Ratushny" userId="08050032e8047aee" providerId="LiveId" clId="{78EB1A6D-D3A9-4525-A4D5-A50D4E20D487}" dt="2026-07-29T14:59:33.455" v="3257" actId="478"/>
          <ac:spMkLst>
            <pc:docMk/>
            <pc:sldMk cId="0" sldId="283"/>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to open with if anyone asks what the data looks like.</a:t>
            </a:r>
          </a:p>
          <a:p>
            <a:endParaRPr/>
          </a:p>
          <a:p>
            <a:r>
              <a:t>Read the arrows, not the boxes. Referential integrity is perfect: every subscription_id in feature_usage resolves, every account_id in support_tickets and churn_events resolves, and no contract predates its account. A schema check passes cleanly, which is why a cleaning pipeline does not catch this — and the other published analysis of this dataset ran one and reported nothing.</a:t>
            </a:r>
          </a:p>
          <a:p>
            <a:endParaRPr/>
          </a:p>
          <a:p>
            <a:r>
              <a:t>What fails is temporal integrity, and nothing in a data dictionary tests it. 13,198 of 25,000 usage rows and 1,077 of 2,000 tickets are dated before their customer signed up. Correlation between event date and signup date is 0.002 and 0.016. Every behavioural feature in the model is built from those two tables.</a:t>
            </a:r>
          </a:p>
          <a:p>
            <a:endParaRPr/>
          </a:p>
          <a:p>
            <a:r>
              <a:t>The left column of the read-out is every check a reviewer would ask for. The right column is why passing them settles nothing.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conventional univariate pass, in the conventional order: distributions, then categorical frequencies, then missingness. Every panel names the table and column it came from.</a:t>
            </a:r>
          </a:p>
          <a:p>
            <a:endParaRPr/>
          </a:p>
          <a:p>
            <a:r>
              <a:t>What to point at. Spend and seats look like real billing data — right-skewed, long tail, median $931 and 15 seats. Tickets and usage do not: tickets run 1 to 11 with a median of 4, usage 10 to 101 with a median of 50. No power law, no heavy users, no dormant accounts. That shape is a per-customer draw, not behaviour.</a:t>
            </a:r>
          </a:p>
          <a:p>
            <a:endParaRPr/>
          </a:p>
          <a:p>
            <a:r>
              <a:t>The dashed line on each categorical is what an even split would be. Plan, industry and referral source sit near it, which is unremarkable on 500 customers. Ticket priority and churn reason sit on it exactly, and those are the two that should not — urgent tickets are rare in every support organisation, and churn reasons always have a dominant category.</a:t>
            </a:r>
          </a:p>
          <a:p>
            <a:endParaRPr/>
          </a:p>
          <a:p>
            <a:r>
              <a:t>Missingness: only three columns have any. end_date is missing for 90% because contracts never end. satisfaction_score is missing for 41% and takes only 3, 4 and 5 when present, so both the value and its absence are degenerate. Nothing is imputed — a missing satisfaction score means the ticket was not rated, which is information, and filling it would invent a rating.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both the bar charts and an earlier version built on confidence intervals. Intervals show precision but do not perform the test, and reading significance off whether they cross a line disagreed with the actual test — Cybersecurity's interval excluded the base rate while industry sat at p = 0.08.</a:t>
            </a:r>
          </a:p>
          <a:p>
            <a:endParaRPr/>
          </a:p>
          <a:p>
            <a:r>
              <a:t>This does the test directly, with no formula and no distributional assumption. Shuffle the labels, keep the group sizes, recompute the statistic, repeat.</a:t>
            </a:r>
          </a:p>
          <a:p>
            <a:endParaRPr/>
          </a:p>
          <a:p>
            <a:r>
              <a:t>The last row is the slide. Industry at p = 0.03 is exactly the finding I would have reported if I had stopped there, and it is the same mistake the deck later catches on the calendar-hazard result: testing against the wrong null. Volunteer it rather than waiting to be asked.</a:t>
            </a:r>
          </a:p>
          <a:p>
            <a:endParaRPr/>
          </a:p>
          <a:p>
            <a:r>
              <a:t>The last five variables come from subscriptions, the one table with internal rules, so a null there carries more weight than a null in the tables already known to be scrambled.</a:t>
            </a:r>
          </a:p>
          <a:p>
            <a:endParaRPr/>
          </a:p>
          <a:p>
            <a:r>
              <a:t>Per-variable p: industry 0.033, contract size 0.058, company size 0.098, tenure 0.118, referral 0.136, country 0.501, trial 0.543, billing 0.751, plan 0.863, downgrade 1.000. Family-wise 0.262 from 20,000 shuffles, seed 0, at the 30 June 2024 cutoff. Built by build/fig_segment_shuffle_html.py.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brief asks for performance, so lead with the confusion matrix and the threshold reasoning rather than with methodology.</a:t>
            </a:r>
          </a:p>
          <a:p>
            <a:endParaRPr/>
          </a:p>
          <a:p>
            <a:r>
              <a:t>Threshold 0.245, picked out of fold on F1. TP 39, FP 67, FN 15, TN 56. Recall 0.722, precision 0.368, 106 names on a 177-customer list. Lift over random is 1.21.</a:t>
            </a:r>
          </a:p>
          <a:p>
            <a:endParaRPr/>
          </a:p>
          <a:p>
            <a:r>
              <a:t>Deliberately no currency. src/economics.py carries an illustrative call cost and success rate; neither appears anywhere in the RavenStack tables, and every money figure downstream scales with them. If finance supplies real numbers the same slide takes them without changing shape. If asked for a dollar answer, say that and give the ratio.</a:t>
            </a:r>
          </a:p>
          <a:p>
            <a:endParaRPr/>
          </a:p>
          <a:p>
            <a:r>
              <a:t>The strongest line is the skip list. A model that cannot find a safe group cannot save anyone a phone call, which is the whole reason to rank in the first place.</a:t>
            </a:r>
          </a:p>
          <a:p>
            <a:endParaRPr/>
          </a:p>
          <a:p>
            <a:r>
              <a:t>One inconsistency worth owning if raised: the threshold maximises F1, which weights the two errors equally, while the argument above says they are not equal. A cost-minimising threshold needs the cost figures we do not have.</a:t>
            </a:r>
          </a:p>
          <a:p>
            <a:endParaRPr/>
          </a:p>
          <a:p>
            <a:r>
              <a:t>Built by build/fig_performance_html.py.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to the performance slide, for the reviewer who wants the curves rather than a single operating point.</a:t>
            </a:r>
          </a:p>
          <a:p>
            <a:endParaRPr/>
          </a:p>
          <a:p>
            <a:r>
              <a:t>AUC here is 0.589 from pooled out-of-fold predictions, against 0.583 as the mean of per-fold AUCs on the ladder slide. Same quantity, two estimators; say so if the difference is noticed.</a:t>
            </a:r>
          </a:p>
          <a:p>
            <a:endParaRPr/>
          </a:p>
          <a:p>
            <a:r>
              <a:t>The PR floor is the point worth making. A reviewer who only sees AP = 0.378 may read it as weak-but-real; drawn against a 0.31 base rate it is plainly near-worthless. This is also why ROC-AUC is the headline metric across the four cutoffs, where churn rates run 17% to 31% and a PR floor would move underneath the comparison.</a:t>
            </a:r>
          </a:p>
          <a:p>
            <a:endParaRPr/>
          </a:p>
          <a:p>
            <a:r>
              <a:t>Calibration uses 5 quantile bins because 177 rows will not support more. The flat shape is characteristic of a model with little signal: predictions are pulled toward the base rate at both ends.</a:t>
            </a:r>
          </a:p>
          <a:p>
            <a:endParaRPr/>
          </a:p>
          <a:p>
            <a:r>
              <a:t>Built by build/fig_curves_html.py.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the SHAP slide, which answered a question nobody asked. The brief asks what the model says is important, so answer that first, then say why it cannot be reported.</a:t>
            </a:r>
          </a:p>
          <a:p>
            <a:endParaRPr/>
          </a:p>
          <a:p>
            <a:r>
              <a:t>Reading coefficients directly is also the honest choice here. The shipped rung is Logistic L2 C=1 on standardised inputs, so the coefficients are the explanation. SHAP would add a layer of machinery over a linear model and change nothing.</a:t>
            </a:r>
          </a:p>
          <a:p>
            <a:endParaRPr/>
          </a:p>
          <a:p>
            <a:r>
              <a:t>The comparison that matters is against shuffled labels, not against zero. Any fitted model produces a clean ordered ranking; the question is whether it is larger than the ranking you get from nothing. Here it is not: largest real coefficient 1.45, chance reaches 1.68 at the 95th percentile, family-wise p = 0.222 over 500 refits.</a:t>
            </a:r>
          </a:p>
          <a:p>
            <a:endParaRPr/>
          </a:p>
          <a:p>
            <a:r>
              <a:t>If asked why the coefficient signs look stable across refits: five-fold folds share 80% of their rows, so sign agreement across them is close to guaranteed and is not evidence. The shuffle test is the one that carries weight.</a:t>
            </a:r>
          </a:p>
          <a:p>
            <a:endParaRPr/>
          </a:p>
          <a:p>
            <a:r>
              <a:t>Built by build/fig_drivers_html.py, tables in outputs/reports/coef_null.csv and coef_stability.csv.</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to present if there is only time for one. Everything else in Part 4 is the working behind a column of this.</a:t>
            </a:r>
          </a:p>
          <a:p>
            <a:endParaRPr/>
          </a:p>
          <a:p>
            <a:r>
              <a:t>The three columns are deliberately in that order. A hiring panel wants to hear an action before it hears a caveat, and the data request lands better once they have seen why the obvious moves are wrong.</a:t>
            </a:r>
          </a:p>
          <a:p>
            <a:endParaRPr/>
          </a:p>
          <a:p>
            <a:r>
              <a:t>No currency appears. The repo carries an illustrative call cost and success rate, neither of which is in the data, so the break-even is stated as a ratio instead.</a:t>
            </a:r>
          </a:p>
          <a:p>
            <a:endParaRPr/>
          </a:p>
          <a:p>
            <a:r>
              <a:t>Built by build/fig_what_to_do_html.py.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the break-even heatmap, which swept call cost against customer value across sixteen cells. The sweep asked the reader to find their cell, compare it against a base rate printed in the title, and infer the conclusion themselves.</a:t>
            </a:r>
          </a:p>
          <a:p>
            <a:endParaRPr/>
          </a:p>
          <a:p>
            <a:r>
              <a:t>Only two cells of that grid ever mattered, and they are now stated as the two points where the decision flips: $446 a call, or $2,459 a customer.</a:t>
            </a:r>
          </a:p>
          <a:p>
            <a:endParaRPr/>
          </a:p>
          <a:p>
            <a:r>
              <a:t>Both inputs are assumptions, not measurements. DEFAULT_INTERVENTION_COST = 150 and DEFAULT_EFFECTIVENESS = 0.20 in src/economics.py; nothing in the data supports either. Say so before being asked. The conclusion survives a wide range of both, which is what the two flip points are there to show.</a:t>
            </a:r>
          </a:p>
          <a:p>
            <a:endParaRPr/>
          </a:p>
          <a:p>
            <a:r>
              <a:t>Numbers from outputs/reports/retention_economics.csv. The figure is built by build/fig_breakeven_html.py.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The business problem</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10564"/>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customers who churned </a:t>
            </a:r>
            <a:r>
              <a:rPr lang="en-US" sz="1200" dirty="0" err="1">
                <a:solidFill>
                  <a:srgbClr val="5A6270"/>
                </a:solidFill>
              </a:rPr>
              <a:t>i.e</a:t>
            </a:r>
            <a:r>
              <a:rPr lang="en-US" sz="1200">
                <a:solidFill>
                  <a:srgbClr val="5A6270"/>
                </a:solidFill>
              </a:rPr>
              <a:t> </a:t>
            </a:r>
            <a:r>
              <a:rPr lang="en-US" sz="1200" dirty="0">
                <a:solidFill>
                  <a:srgbClr val="5A6270"/>
                </a:solidFill>
              </a:rPr>
              <a:t>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57228" y="4214707"/>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7856" y="293881"/>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9748" y="1586167"/>
            <a:ext cx="11277599" cy="4231928"/>
          </a:xfrm>
          <a:prstGeom prst="rect">
            <a:avLst/>
          </a:prstGeom>
          <a:noFill/>
        </p:spPr>
        <p:txBody>
          <a:bodyPr wrap="square">
            <a:spAutoFit/>
          </a:bodyPr>
          <a:lstStyle/>
          <a:p>
            <a:pPr algn="just">
              <a:spcAft>
                <a:spcPts val="900"/>
              </a:spcAft>
            </a:pPr>
            <a:r>
              <a:rPr sz="2000" b="1" i="0" dirty="0">
                <a:solidFill>
                  <a:srgbClr val="1A1A1A"/>
                </a:solidFill>
                <a:latin typeface="Calibri"/>
              </a:rPr>
              <a:t>For the model</a:t>
            </a:r>
            <a:r>
              <a:rPr lang="en-US" sz="2000" b="1" dirty="0">
                <a:solidFill>
                  <a:srgbClr val="1A1A1A"/>
                </a:solidFill>
              </a:rPr>
              <a:t> - </a:t>
            </a:r>
            <a:r>
              <a:rPr lang="en-US" sz="2000" dirty="0">
                <a:solidFill>
                  <a:srgbClr val="1A1A1A"/>
                </a:solidFill>
              </a:rPr>
              <a:t>measured in this work</a:t>
            </a:r>
            <a:endParaRPr sz="2000" i="0" dirty="0">
              <a:solidFill>
                <a:srgbClr val="1A1A1A"/>
              </a:solidFill>
              <a:latin typeface="Calibri"/>
            </a:endParaRP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r>
              <a:rPr lang="en-US" sz="1400" b="0" i="0" dirty="0">
                <a:solidFill>
                  <a:srgbClr val="5A6270"/>
                </a:solidFill>
                <a:latin typeface="Calibri"/>
              </a:rPr>
              <a:t>.</a:t>
            </a:r>
            <a:endParaRPr sz="1400" b="0" i="0" dirty="0">
              <a:solidFill>
                <a:srgbClr val="5A6270"/>
              </a:solidFill>
              <a:latin typeface="Calibri"/>
            </a:endParaRPr>
          </a:p>
          <a:p>
            <a:pPr marL="800100" lvl="1" indent="-342900" algn="just">
              <a:spcAft>
                <a:spcPts val="900"/>
              </a:spcAft>
              <a:buFont typeface="+mj-lt"/>
              <a:buAutoNum type="arabicPeriod"/>
            </a:pPr>
            <a:r>
              <a:rPr lang="en-US" sz="1400" dirty="0">
                <a:solidFill>
                  <a:srgbClr val="5A6270"/>
                </a:solidFill>
              </a:rPr>
              <a:t>Precision and recall, because they say what the CS team experiences working the list.</a:t>
            </a: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lang="en-US" sz="2000" b="1" dirty="0">
                <a:solidFill>
                  <a:srgbClr val="1A1A1A"/>
                </a:solidFill>
                <a:latin typeface="+mj-lt"/>
              </a:rPr>
              <a:t> For the business — </a:t>
            </a:r>
            <a:r>
              <a:rPr lang="en-US" sz="2000" dirty="0">
                <a:solidFill>
                  <a:srgbClr val="1A1A1A"/>
                </a:solidFill>
                <a:latin typeface="+mj-lt"/>
              </a:rPr>
              <a:t>these metrics are proposed, none are measurable from the data we are provided</a:t>
            </a:r>
          </a:p>
          <a:p>
            <a:pPr marL="800100" lvl="1" indent="-342900" algn="just">
              <a:spcAft>
                <a:spcPts val="900"/>
              </a:spcAft>
              <a:buFont typeface="+mj-lt"/>
              <a:buAutoNum type="arabicPeriod"/>
            </a:pPr>
            <a:r>
              <a:rPr lang="en-US" sz="1400" dirty="0">
                <a:solidFill>
                  <a:srgbClr val="5A6270"/>
                </a:solidFill>
              </a:rPr>
              <a:t>Retention at 180 days, customers we called against a half we deliberately didn’t.</a:t>
            </a:r>
          </a:p>
          <a:p>
            <a:pPr marL="800100" lvl="1" indent="-342900" algn="just">
              <a:spcAft>
                <a:spcPts val="900"/>
              </a:spcAft>
              <a:buFont typeface="+mj-lt"/>
              <a:buAutoNum type="arabicPeriod"/>
            </a:pPr>
            <a:r>
              <a:rPr lang="en-US" sz="1400" dirty="0">
                <a:solidFill>
                  <a:srgbClr val="5A6270"/>
                </a:solidFill>
              </a:rPr>
              <a:t>Net revenue retention, so a customer kept with a big discount counts for what they are still worth.</a:t>
            </a:r>
          </a:p>
          <a:p>
            <a:pPr marL="800100" lvl="1" indent="-342900" algn="just">
              <a:spcAft>
                <a:spcPts val="900"/>
              </a:spcAft>
              <a:buFont typeface="+mj-lt"/>
              <a:buAutoNum type="arabicPeriod"/>
            </a:pPr>
            <a:r>
              <a:rPr lang="en-US" sz="1400" dirty="0">
                <a:solidFill>
                  <a:srgbClr val="5A6270"/>
                </a:solidFill>
              </a:rPr>
              <a:t>Incremental revenue over simply calling everyone.</a:t>
            </a:r>
          </a:p>
          <a:p>
            <a:pPr algn="just">
              <a:spcAft>
                <a:spcPts val="900"/>
              </a:spcAft>
            </a:pPr>
            <a:br>
              <a:rPr lang="en-US" sz="2000" b="1" dirty="0">
                <a:solidFill>
                  <a:srgbClr val="1A1A1A"/>
                </a:solidFill>
              </a:rPr>
            </a:br>
            <a:r>
              <a:rPr lang="en-US" sz="2000" b="1" dirty="0">
                <a:solidFill>
                  <a:srgbClr val="1A1A1A"/>
                </a:solidFill>
              </a:rPr>
              <a:t>Limits I set before starting:</a:t>
            </a:r>
            <a:endParaRPr lang="en-US" sz="2000" dirty="0">
              <a:solidFill>
                <a:srgbClr val="1A1A1A"/>
              </a:solidFill>
            </a:endParaRPr>
          </a:p>
          <a:p>
            <a:pPr marL="800100" lvl="1" indent="-342900" algn="just">
              <a:spcAft>
                <a:spcPts val="900"/>
              </a:spcAft>
              <a:buFont typeface="+mj-lt"/>
              <a:buAutoNum type="arabicPeriod"/>
            </a:pPr>
            <a:r>
              <a:rPr lang="en-US" sz="1400" dirty="0">
                <a:solidFill>
                  <a:srgbClr val="5A6270"/>
                </a:solidFill>
              </a:rPr>
              <a:t>The model must beat guessing at the bottom of its range, not just on average. It also has to beat simply calling every customer. </a:t>
            </a:r>
          </a:p>
          <a:p>
            <a:pPr marL="800100" lvl="1" indent="-342900" algn="just">
              <a:spcAft>
                <a:spcPts val="900"/>
              </a:spcAft>
              <a:buFont typeface="+mj-lt"/>
              <a:buAutoNum type="arabicPeriod"/>
            </a:pPr>
            <a:r>
              <a:rPr lang="en-US" sz="1400" dirty="0">
                <a:solidFill>
                  <a:srgbClr val="5A6270"/>
                </a:solidFill>
              </a:rPr>
              <a:t>Scores would determine what the intervention would look like.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7645" y="1578846"/>
            <a:ext cx="5390147" cy="2162130"/>
          </a:xfrm>
          <a:prstGeom prst="rect">
            <a:avLst/>
          </a:prstGeom>
          <a:noFill/>
        </p:spPr>
        <p:txBody>
          <a:bodyPr wrap="square">
            <a:spAutoFit/>
          </a:bodyPr>
          <a:lstStyle/>
          <a:p>
            <a:pPr algn="just">
              <a:spcAft>
                <a:spcPts val="500"/>
              </a:spcAft>
            </a:pPr>
            <a:r>
              <a:rPr sz="1400" b="1" i="0" dirty="0">
                <a:solidFill>
                  <a:srgbClr val="B02E2E"/>
                </a:solidFill>
                <a:latin typeface="Calibri"/>
              </a:rPr>
              <a:t>Two of the five tables are not joined to their customers in time.</a:t>
            </a:r>
          </a:p>
          <a:p>
            <a:pPr marL="685800" lvl="1" indent="-228600" algn="just">
              <a:spcAft>
                <a:spcPts val="500"/>
              </a:spcAft>
              <a:buFont typeface="+mj-lt"/>
              <a:buAutoNum type="arabicPeriod"/>
            </a:pPr>
            <a:r>
              <a:rPr lang="en-US" sz="1200" dirty="0">
                <a:solidFill>
                  <a:srgbClr val="5A6270"/>
                </a:solidFill>
              </a:rPr>
              <a:t>Usage and support events are not attached to the customers they belong to. Plotted against signup date they form a square cloud, where real data would be a band above the line. Just over half of all usage rows and support tickets are dated before the customer existed. </a:t>
            </a:r>
          </a:p>
          <a:p>
            <a:pPr marL="685800" lvl="1" indent="-228600" algn="just">
              <a:spcAft>
                <a:spcPts val="500"/>
              </a:spcAft>
              <a:buFont typeface="+mj-lt"/>
              <a:buAutoNum type="arabicPeriod"/>
            </a:pPr>
            <a:r>
              <a:rPr sz="1200" b="0" i="0" dirty="0">
                <a:solidFill>
                  <a:srgbClr val="5A6270"/>
                </a:solidFill>
                <a:latin typeface="Calibri"/>
              </a:rPr>
              <a:t>Nothing links inside those tables either. Ticket priority does not predict how fast we answered. Plan tier does not predict how much people used.</a:t>
            </a:r>
          </a:p>
          <a:p>
            <a:pPr marL="685800" lvl="1" indent="-228600" algn="just">
              <a:spcAft>
                <a:spcPts val="500"/>
              </a:spcAft>
              <a:buFont typeface="+mj-lt"/>
              <a:buAutoNum type="arabicPeriod"/>
            </a:pPr>
            <a:r>
              <a:rPr sz="1200" b="0" i="0" dirty="0">
                <a:solidFill>
                  <a:srgbClr val="5A6270"/>
                </a:solidFill>
                <a:latin typeface="Calibri"/>
              </a:rPr>
              <a:t>There are three ways to say a customer churned. All three agree for only 20% of customers.</a:t>
            </a:r>
          </a:p>
        </p:txBody>
      </p:sp>
      <p:pic>
        <p:nvPicPr>
          <p:cNvPr id="6" name="Picture 5">
            <a:extLst>
              <a:ext uri="{FF2B5EF4-FFF2-40B4-BE49-F238E27FC236}">
                <a16:creationId xmlns:a16="http://schemas.microsoft.com/office/drawing/2014/main" id="{12AD3BC4-A210-DDC1-716F-E8B388A4C0BB}"/>
              </a:ext>
            </a:extLst>
          </p:cNvPr>
          <p:cNvPicPr>
            <a:picLocks noChangeAspect="1"/>
          </p:cNvPicPr>
          <p:nvPr/>
        </p:nvPicPr>
        <p:blipFill>
          <a:blip r:embed="rId2"/>
          <a:stretch>
            <a:fillRect/>
          </a:stretch>
        </p:blipFill>
        <p:spPr>
          <a:xfrm>
            <a:off x="5976017" y="1660202"/>
            <a:ext cx="5888338" cy="2473205"/>
          </a:xfrm>
          <a:prstGeom prst="rect">
            <a:avLst/>
          </a:prstGeom>
        </p:spPr>
      </p:pic>
      <p:graphicFrame>
        <p:nvGraphicFramePr>
          <p:cNvPr id="9" name="Table 8">
            <a:extLst>
              <a:ext uri="{FF2B5EF4-FFF2-40B4-BE49-F238E27FC236}">
                <a16:creationId xmlns:a16="http://schemas.microsoft.com/office/drawing/2014/main" id="{AC539327-68EC-BE64-46D2-74F957FFB0AC}"/>
              </a:ext>
            </a:extLst>
          </p:cNvPr>
          <p:cNvGraphicFramePr>
            <a:graphicFrameLocks noGrp="1"/>
          </p:cNvGraphicFramePr>
          <p:nvPr>
            <p:extLst>
              <p:ext uri="{D42A27DB-BD31-4B8C-83A1-F6EECF244321}">
                <p14:modId xmlns:p14="http://schemas.microsoft.com/office/powerpoint/2010/main" val="3112051045"/>
              </p:ext>
            </p:extLst>
          </p:nvPr>
        </p:nvGraphicFramePr>
        <p:xfrm>
          <a:off x="144379" y="4319016"/>
          <a:ext cx="11833058" cy="2225040"/>
        </p:xfrm>
        <a:graphic>
          <a:graphicData uri="http://schemas.openxmlformats.org/drawingml/2006/table">
            <a:tbl>
              <a:tblPr firstRow="1" bandRow="1">
                <a:tableStyleId>{5940675A-B579-460E-94D1-54222C63F5DA}</a:tableStyleId>
              </a:tblPr>
              <a:tblGrid>
                <a:gridCol w="1534026">
                  <a:extLst>
                    <a:ext uri="{9D8B030D-6E8A-4147-A177-3AD203B41FA5}">
                      <a16:colId xmlns:a16="http://schemas.microsoft.com/office/drawing/2014/main" val="110780927"/>
                    </a:ext>
                  </a:extLst>
                </a:gridCol>
                <a:gridCol w="2424363">
                  <a:extLst>
                    <a:ext uri="{9D8B030D-6E8A-4147-A177-3AD203B41FA5}">
                      <a16:colId xmlns:a16="http://schemas.microsoft.com/office/drawing/2014/main" val="2373065068"/>
                    </a:ext>
                  </a:extLst>
                </a:gridCol>
                <a:gridCol w="7874669">
                  <a:extLst>
                    <a:ext uri="{9D8B030D-6E8A-4147-A177-3AD203B41FA5}">
                      <a16:colId xmlns:a16="http://schemas.microsoft.com/office/drawing/2014/main" val="1041026438"/>
                    </a:ext>
                  </a:extLst>
                </a:gridCol>
              </a:tblGrid>
              <a:tr h="370840">
                <a:tc>
                  <a:txBody>
                    <a:bodyPr/>
                    <a:lstStyle/>
                    <a:p>
                      <a:r>
                        <a:rPr lang="en-US" b="1" dirty="0"/>
                        <a:t>Table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Verdict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Why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3705390"/>
                  </a:ext>
                </a:extLst>
              </a:tr>
              <a:tr h="370840">
                <a:tc>
                  <a:txBody>
                    <a:bodyPr/>
                    <a:lstStyle/>
                    <a:p>
                      <a:r>
                        <a:rPr lang="en-US" sz="1400" dirty="0"/>
                        <a:t>accounts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Signup date is consistent, and the rest is attributes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762405"/>
                  </a:ext>
                </a:extLst>
              </a:tr>
              <a:tr h="370840">
                <a:tc>
                  <a:txBody>
                    <a:bodyPr/>
                    <a:lstStyle/>
                    <a:p>
                      <a:r>
                        <a:rPr lang="en-US" sz="1400" dirty="0"/>
                        <a:t>subscriptions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Price follows plan * seats, ARR = 12 * MRR, no subscription predates its customer</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4247228"/>
                  </a:ext>
                </a:extLst>
              </a:tr>
              <a:tr h="370840">
                <a:tc>
                  <a:txBody>
                    <a:bodyPr/>
                    <a:lstStyle/>
                    <a:p>
                      <a:r>
                        <a:rPr lang="en-US" sz="1400" dirty="0" err="1"/>
                        <a:t>feature_usage</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16 features — dates unrelated to the customer, r = 0.002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3096637"/>
                  </a:ext>
                </a:extLst>
              </a:tr>
              <a:tr h="370840">
                <a:tc>
                  <a:txBody>
                    <a:bodyPr/>
                    <a:lstStyle/>
                    <a:p>
                      <a:r>
                        <a:rPr lang="en-US" sz="1400" dirty="0" err="1"/>
                        <a:t>support_tickets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15 features — same, r = 0.016; satisfaction documented 1–5, only ever 3, 4,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731"/>
                  </a:ext>
                </a:extLst>
              </a:tr>
              <a:tr h="370840">
                <a:tc>
                  <a:txBody>
                    <a:bodyPr/>
                    <a:lstStyle/>
                    <a:p>
                      <a:r>
                        <a:rPr lang="en-US" sz="1400" dirty="0" err="1"/>
                        <a:t>churn_events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The only churn record with a date, but it disagrees with the other two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46471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2800D6-974F-2F17-A52E-0A306D35DF0C}"/>
              </a:ext>
            </a:extLst>
          </p:cNvPr>
          <p:cNvSpPr txBox="1"/>
          <p:nvPr/>
        </p:nvSpPr>
        <p:spPr>
          <a:xfrm>
            <a:off x="747998" y="1869170"/>
            <a:ext cx="11202905" cy="3159839"/>
          </a:xfrm>
          <a:prstGeom prst="rect">
            <a:avLst/>
          </a:prstGeom>
          <a:noFill/>
        </p:spPr>
        <p:txBody>
          <a:bodyPr wrap="square">
            <a:spAutoFit/>
          </a:bodyPr>
          <a:lstStyle/>
          <a:p>
            <a:pPr>
              <a:spcAft>
                <a:spcPts val="500"/>
              </a:spcAft>
            </a:pPr>
            <a:r>
              <a:rPr lang="en-US" sz="600" b="0" i="0" dirty="0">
                <a:solidFill>
                  <a:srgbClr val="1A1A1A"/>
                </a:solidFill>
                <a:latin typeface="Calibri"/>
              </a:rPr>
              <a:t> </a:t>
            </a:r>
          </a:p>
          <a:p>
            <a:pPr>
              <a:spcAft>
                <a:spcPts val="500"/>
              </a:spcAft>
            </a:pPr>
            <a:r>
              <a:rPr lang="en-US" sz="1400" b="1" i="0" dirty="0">
                <a:solidFill>
                  <a:srgbClr val="1A1A1A"/>
                </a:solidFill>
                <a:latin typeface="Calibri"/>
              </a:rPr>
              <a:t>Assumptions I am making</a:t>
            </a:r>
          </a:p>
          <a:p>
            <a:pPr>
              <a:spcAft>
                <a:spcPts val="500"/>
              </a:spcAft>
            </a:pPr>
            <a:endParaRPr lang="en-US" sz="1400" b="1" i="0" dirty="0">
              <a:solidFill>
                <a:srgbClr val="1A1A1A"/>
              </a:solidFill>
              <a:latin typeface="Calibri"/>
            </a:endParaRPr>
          </a:p>
          <a:p>
            <a:pPr marL="685800" lvl="1" indent="-228600">
              <a:spcAft>
                <a:spcPts val="500"/>
              </a:spcAft>
              <a:buFont typeface="+mj-lt"/>
              <a:buAutoNum type="arabicPeriod"/>
            </a:pPr>
            <a:r>
              <a:rPr lang="en-US" sz="1200" dirty="0">
                <a:solidFill>
                  <a:srgbClr val="5A6270"/>
                </a:solidFill>
              </a:rPr>
              <a:t>I used churn from the churn defined by rows in </a:t>
            </a:r>
            <a:r>
              <a:rPr lang="en-US" sz="1200" b="1" dirty="0" err="1">
                <a:solidFill>
                  <a:schemeClr val="tx2"/>
                </a:solidFill>
              </a:rPr>
              <a:t>churn_events</a:t>
            </a:r>
            <a:r>
              <a:rPr lang="en-US" sz="1200" dirty="0">
                <a:solidFill>
                  <a:srgbClr val="5A6270"/>
                </a:solidFill>
              </a:rPr>
              <a:t>. Three records claim to say who left and they disagree - I picked </a:t>
            </a:r>
            <a:r>
              <a:rPr lang="en-US" sz="1200" b="1" dirty="0" err="1">
                <a:solidFill>
                  <a:schemeClr val="tx2"/>
                </a:solidFill>
              </a:rPr>
              <a:t>churn_events</a:t>
            </a:r>
            <a:r>
              <a:rPr lang="en-US" sz="1200" dirty="0">
                <a:solidFill>
                  <a:srgbClr val="5A6270"/>
                </a:solidFill>
              </a:rPr>
              <a:t> table because it has a usable date. </a:t>
            </a:r>
          </a:p>
          <a:p>
            <a:pPr marL="685800" lvl="1" indent="-228600">
              <a:spcAft>
                <a:spcPts val="500"/>
              </a:spcAft>
              <a:buFont typeface="+mj-lt"/>
              <a:buAutoNum type="arabicPeriod"/>
            </a:pPr>
            <a:r>
              <a:rPr lang="en-US" sz="1200" dirty="0">
                <a:solidFill>
                  <a:srgbClr val="5A6270"/>
                </a:solidFill>
              </a:rPr>
              <a:t>A customer is at risk if they hold an open subscription on the date we ask. Customers whose subscriptions had all ended are excluded they cannot leave again.</a:t>
            </a:r>
          </a:p>
          <a:p>
            <a:pPr marL="685800" lvl="1" indent="-228600">
              <a:spcAft>
                <a:spcPts val="500"/>
              </a:spcAft>
              <a:buFont typeface="+mj-lt"/>
              <a:buAutoNum type="arabicPeriod"/>
            </a:pPr>
            <a:r>
              <a:rPr lang="en-US" sz="1200" dirty="0">
                <a:solidFill>
                  <a:srgbClr val="5A6270"/>
                </a:solidFill>
              </a:rPr>
              <a:t>A 90-day window and quarter-end dates. I chose both before running anything, then swept horizons from 30 to 180 days to see if the choice mattered. It moved the AUC score by 0.026, basically noise.</a:t>
            </a:r>
          </a:p>
          <a:p>
            <a:pPr marL="685800" lvl="1" indent="-228600">
              <a:spcAft>
                <a:spcPts val="500"/>
              </a:spcAft>
              <a:buFont typeface="+mj-lt"/>
              <a:buAutoNum type="arabicPeriod"/>
            </a:pPr>
            <a:r>
              <a:rPr lang="en-US" sz="1200" dirty="0">
                <a:solidFill>
                  <a:srgbClr val="5A6270"/>
                </a:solidFill>
              </a:rPr>
              <a:t>We focus in this analysis on the first churn event. Some customers have reactivations. We take the earliest churn date and dispense with what happens after for simplicity.</a:t>
            </a:r>
          </a:p>
          <a:p>
            <a:pPr marL="685800" lvl="1" indent="-228600">
              <a:spcAft>
                <a:spcPts val="500"/>
              </a:spcAft>
              <a:buFont typeface="+mj-lt"/>
              <a:buAutoNum type="arabicPeriod"/>
            </a:pPr>
            <a:r>
              <a:rPr lang="en-US" sz="1200" dirty="0">
                <a:solidFill>
                  <a:srgbClr val="5A6270"/>
                </a:solidFill>
              </a:rPr>
              <a:t>Events dated before their customer are kept. Over half of all usage rows and tickets predate their customer's signup by a median of seven months — too far to be pre-sales evaluation, but not something I can prove wrong. Dropping them costs 43% of usage and 68% of tickets and takes AUC from 0.596 to 0.517. So I kept every row and accounted for this in feature engineering.</a:t>
            </a:r>
            <a:endParaRPr lang="en-US" sz="1200" b="0" i="0" dirty="0">
              <a:solidFill>
                <a:srgbClr val="5A6270"/>
              </a:solidFill>
              <a:latin typeface="Calibri"/>
            </a:endParaRPr>
          </a:p>
          <a:p>
            <a:pPr marL="685800" lvl="1" indent="-228600">
              <a:spcAft>
                <a:spcPts val="500"/>
              </a:spcAft>
              <a:buFont typeface="+mj-lt"/>
              <a:buAutoNum type="arabicPeriod"/>
            </a:pPr>
            <a:endParaRPr lang="en-US" sz="1200" b="0" i="0" dirty="0">
              <a:solidFill>
                <a:srgbClr val="5A6270"/>
              </a:solidFill>
              <a:latin typeface="Calibri"/>
            </a:endParaRPr>
          </a:p>
        </p:txBody>
      </p:sp>
      <p:sp>
        <p:nvSpPr>
          <p:cNvPr id="5" name="TextBox 4">
            <a:extLst>
              <a:ext uri="{FF2B5EF4-FFF2-40B4-BE49-F238E27FC236}">
                <a16:creationId xmlns:a16="http://schemas.microsoft.com/office/drawing/2014/main" id="{CA970AC4-91F5-08BB-443D-4F894B789C96}"/>
              </a:ext>
            </a:extLst>
          </p:cNvPr>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7" name="Rectangle 6">
            <a:extLst>
              <a:ext uri="{FF2B5EF4-FFF2-40B4-BE49-F238E27FC236}">
                <a16:creationId xmlns:a16="http://schemas.microsoft.com/office/drawing/2014/main" id="{9F1B9989-6A7C-C50E-2B6A-E012B6E3A475}"/>
              </a:ext>
            </a:extLst>
          </p:cNvPr>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27656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dirty="0">
                <a:solidFill>
                  <a:srgbClr val="1A1A1A"/>
                </a:solidFill>
              </a:rPr>
              <a:t>Schema, scale and integrity</a:t>
            </a:r>
            <a:endParaRPr sz="2800" b="1" i="0" dirty="0">
              <a:solidFill>
                <a:srgbClr val="1A1A1A"/>
              </a:solidFill>
              <a:latin typeface="Calibri"/>
            </a:endParaRPr>
          </a:p>
        </p:txBody>
      </p:sp>
      <p:sp>
        <p:nvSpPr>
          <p:cNvPr id="3" name="Rectangle 2"/>
          <p:cNvSpPr/>
          <p:nvPr/>
        </p:nvSpPr>
        <p:spPr>
          <a:xfrm>
            <a:off x="685799" y="127063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9_data_model.png"/>
          <p:cNvPicPr>
            <a:picLocks noChangeAspect="1"/>
          </p:cNvPicPr>
          <p:nvPr/>
        </p:nvPicPr>
        <p:blipFill>
          <a:blip r:embed="rId3"/>
          <a:stretch>
            <a:fillRect/>
          </a:stretch>
        </p:blipFill>
        <p:spPr>
          <a:xfrm>
            <a:off x="1105078" y="1425853"/>
            <a:ext cx="9428085" cy="5394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EXPLORATORY ANALYSIS</a:t>
            </a:r>
          </a:p>
          <a:p>
            <a:pPr>
              <a:spcBef>
                <a:spcPts val="400"/>
              </a:spcBef>
            </a:pPr>
            <a:r>
              <a:rPr lang="en-US" sz="2800" b="1" i="0" dirty="0">
                <a:solidFill>
                  <a:srgbClr val="1A1A1A"/>
                </a:solidFill>
                <a:latin typeface="Calibri"/>
              </a:rPr>
              <a:t>Basic EDA</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21_eda_profile.png"/>
          <p:cNvPicPr>
            <a:picLocks noChangeAspect="1"/>
          </p:cNvPicPr>
          <p:nvPr/>
        </p:nvPicPr>
        <p:blipFill>
          <a:blip r:embed="rId3"/>
          <a:stretch>
            <a:fillRect/>
          </a:stretch>
        </p:blipFill>
        <p:spPr>
          <a:xfrm>
            <a:off x="848226" y="1499547"/>
            <a:ext cx="9978184" cy="4625521"/>
          </a:xfrm>
          <a:prstGeom prst="rect">
            <a:avLst/>
          </a:prstGeom>
        </p:spPr>
      </p:pic>
      <p:sp>
        <p:nvSpPr>
          <p:cNvPr id="6" name="TextBox 5"/>
          <p:cNvSpPr txBox="1"/>
          <p:nvPr/>
        </p:nvSpPr>
        <p:spPr>
          <a:xfrm>
            <a:off x="848226" y="6207295"/>
            <a:ext cx="10820095" cy="269304"/>
          </a:xfrm>
          <a:prstGeom prst="rect">
            <a:avLst/>
          </a:prstGeom>
          <a:noFill/>
        </p:spPr>
        <p:txBody>
          <a:bodyPr wrap="square">
            <a:spAutoFit/>
          </a:bodyPr>
          <a:lstStyle/>
          <a:p>
            <a:r>
              <a:rPr sz="1150" b="0" i="1" dirty="0">
                <a:solidFill>
                  <a:srgbClr val="5A6270"/>
                </a:solidFill>
                <a:latin typeface="Calibri"/>
              </a:rPr>
              <a:t>Missingness is recorded</a:t>
            </a:r>
            <a:r>
              <a:rPr lang="en-US" sz="1150" i="1" dirty="0">
                <a:solidFill>
                  <a:srgbClr val="5A6270"/>
                </a:solidFill>
                <a:latin typeface="Calibri"/>
              </a:rPr>
              <a:t> and not </a:t>
            </a:r>
            <a:r>
              <a:rPr sz="1150" b="0" i="1" dirty="0">
                <a:solidFill>
                  <a:srgbClr val="5A6270"/>
                </a:solidFill>
                <a:latin typeface="Calibri"/>
              </a:rPr>
              <a:t>imputed. A ticket with no satisfaction score has not been rated, and that is itself a feature.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i="0" dirty="0">
                <a:solidFill>
                  <a:srgbClr val="1A1A1A"/>
                </a:solidFill>
                <a:latin typeface="Calibri"/>
              </a:rPr>
              <a:t>Early Signal Evaluation</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5_segment_shuffle.png"/>
          <p:cNvPicPr>
            <a:picLocks noChangeAspect="1"/>
          </p:cNvPicPr>
          <p:nvPr/>
        </p:nvPicPr>
        <p:blipFill>
          <a:blip r:embed="rId3"/>
          <a:srcRect b="11876"/>
          <a:stretch>
            <a:fillRect/>
          </a:stretch>
        </p:blipFill>
        <p:spPr>
          <a:xfrm>
            <a:off x="166838" y="1737511"/>
            <a:ext cx="5929162" cy="3861276"/>
          </a:xfrm>
          <a:prstGeom prst="rect">
            <a:avLst/>
          </a:prstGeom>
        </p:spPr>
      </p:pic>
      <p:sp>
        <p:nvSpPr>
          <p:cNvPr id="5" name="TextBox 4"/>
          <p:cNvSpPr txBox="1"/>
          <p:nvPr/>
        </p:nvSpPr>
        <p:spPr>
          <a:xfrm>
            <a:off x="6720840" y="1627632"/>
            <a:ext cx="4846320" cy="4216539"/>
          </a:xfrm>
          <a:prstGeom prst="rect">
            <a:avLst/>
          </a:prstGeom>
          <a:noFill/>
        </p:spPr>
        <p:txBody>
          <a:bodyPr wrap="square">
            <a:spAutoFit/>
          </a:bodyPr>
          <a:lstStyle/>
          <a:p>
            <a:pPr>
              <a:spcAft>
                <a:spcPts val="300"/>
              </a:spcAft>
            </a:pPr>
            <a:r>
              <a:rPr lang="en-US" sz="1250" b="1" i="0" dirty="0">
                <a:solidFill>
                  <a:srgbClr val="1A1A1A"/>
                </a:solidFill>
                <a:latin typeface="Calibri"/>
              </a:rPr>
              <a:t>Preliminary Signal Analysis:</a:t>
            </a:r>
            <a:br>
              <a:rPr lang="en-US" sz="1250" b="1" i="0" dirty="0">
                <a:solidFill>
                  <a:srgbClr val="1A1A1A"/>
                </a:solidFill>
                <a:latin typeface="Calibri"/>
              </a:rPr>
            </a:br>
            <a:endParaRPr sz="600" b="0" i="0" dirty="0">
              <a:solidFill>
                <a:srgbClr val="1A1A1A"/>
              </a:solidFill>
              <a:latin typeface="Calibri"/>
            </a:endParaRPr>
          </a:p>
          <a:p>
            <a:pPr>
              <a:spcAft>
                <a:spcPts val="300"/>
              </a:spcAft>
            </a:pPr>
            <a:r>
              <a:rPr sz="1250" b="1" i="0" dirty="0">
                <a:solidFill>
                  <a:srgbClr val="1A1A1A"/>
                </a:solidFill>
                <a:latin typeface="Calibri"/>
              </a:rPr>
              <a:t>Method</a:t>
            </a:r>
          </a:p>
          <a:p>
            <a:pPr marL="685800" lvl="1" indent="-228600">
              <a:spcAft>
                <a:spcPts val="300"/>
              </a:spcAft>
              <a:buAutoNum type="arabicPeriod"/>
            </a:pPr>
            <a:r>
              <a:rPr lang="en-US" sz="1050" dirty="0">
                <a:solidFill>
                  <a:srgbClr val="5A6270"/>
                </a:solidFill>
              </a:rPr>
              <a:t>Red lines: The gap we observed. For industry: the highest-churn industry (EdTech, 41%) minus the lowest (Cybersecurity, 9%) = 32 points.</a:t>
            </a:r>
          </a:p>
          <a:p>
            <a:pPr marL="685800" lvl="1" indent="-228600">
              <a:spcAft>
                <a:spcPts val="300"/>
              </a:spcAft>
              <a:buAutoNum type="arabicPeriod"/>
            </a:pPr>
            <a:r>
              <a:rPr lang="en-US" sz="1050" dirty="0">
                <a:solidFill>
                  <a:srgbClr val="5A6270"/>
                </a:solidFill>
              </a:rPr>
              <a:t>The blue bars: To build each fake version: keep every customer in their real industry, then randomly reassign who churned. Take the difference of highest churn and lowest churn and do this 20,000 times</a:t>
            </a:r>
          </a:p>
          <a:p>
            <a:pPr marL="685800" lvl="1" indent="-228600">
              <a:spcAft>
                <a:spcPts val="300"/>
              </a:spcAft>
              <a:buAutoNum type="arabicPeriod"/>
            </a:pPr>
            <a:r>
              <a:rPr lang="en-US" sz="1050" dirty="0">
                <a:solidFill>
                  <a:srgbClr val="5A6270"/>
                </a:solidFill>
              </a:rPr>
              <a:t>P value: The share of blue bars sitting at or to the right of the red line.</a:t>
            </a:r>
          </a:p>
          <a:p>
            <a:pPr marL="685800" lvl="1" indent="-228600">
              <a:spcAft>
                <a:spcPts val="300"/>
              </a:spcAft>
              <a:buAutoNum type="arabicPeriod"/>
            </a:pPr>
            <a:endParaRPr lang="en-US" sz="1050" dirty="0">
              <a:solidFill>
                <a:srgbClr val="5A6270"/>
              </a:solidFill>
            </a:endParaRPr>
          </a:p>
          <a:p>
            <a:pPr>
              <a:spcAft>
                <a:spcPts val="300"/>
              </a:spcAft>
            </a:pPr>
            <a:r>
              <a:rPr lang="en-US" sz="1250" b="1" dirty="0">
                <a:solidFill>
                  <a:srgbClr val="1A1A1A"/>
                </a:solidFill>
              </a:rPr>
              <a:t>Findings</a:t>
            </a:r>
          </a:p>
          <a:p>
            <a:pPr marL="685800" lvl="1" indent="-228600">
              <a:spcAft>
                <a:spcPts val="300"/>
              </a:spcAft>
              <a:buAutoNum type="arabicPeriod"/>
            </a:pPr>
            <a:r>
              <a:rPr lang="en-US" sz="1050" dirty="0">
                <a:solidFill>
                  <a:srgbClr val="5A6270"/>
                </a:solidFill>
              </a:rPr>
              <a:t>What we found: nothing is a strong churn predictor from these 10 variables. Ten different ways of grouping customers, none of them separates customers who churned from stayers</a:t>
            </a:r>
          </a:p>
          <a:p>
            <a:pPr marL="685800" lvl="1" indent="-228600">
              <a:spcAft>
                <a:spcPts val="300"/>
              </a:spcAft>
              <a:buAutoNum type="arabicPeriod"/>
            </a:pPr>
            <a:r>
              <a:rPr lang="en-US" sz="1050" dirty="0">
                <a:solidFill>
                  <a:srgbClr val="5A6270"/>
                </a:solidFill>
              </a:rPr>
              <a:t>Industry came closest; p = 0.03. But one customer changes the answer. The result rests on Cybersecurity, where 2 of 23 customers left. I re-ran it with 3 customers who churned instead of 2 — a single customer:</a:t>
            </a:r>
            <a:br>
              <a:rPr lang="en-US" sz="1050" dirty="0">
                <a:solidFill>
                  <a:srgbClr val="5A6270"/>
                </a:solidFill>
              </a:rPr>
            </a:br>
            <a:br>
              <a:rPr lang="en-US" sz="1050" dirty="0">
                <a:solidFill>
                  <a:srgbClr val="5A6270"/>
                </a:solidFill>
              </a:rPr>
            </a:br>
            <a:r>
              <a:rPr lang="en-US" sz="1050" dirty="0">
                <a:solidFill>
                  <a:srgbClr val="5A6270"/>
                </a:solidFill>
              </a:rPr>
              <a:t>- As the data stands (2 of 23) p = 0.03</a:t>
            </a:r>
            <a:br>
              <a:rPr lang="en-US" sz="1050" dirty="0">
                <a:solidFill>
                  <a:srgbClr val="5A6270"/>
                </a:solidFill>
              </a:rPr>
            </a:br>
            <a:r>
              <a:rPr lang="en-US" sz="1050" dirty="0">
                <a:solidFill>
                  <a:srgbClr val="5A6270"/>
                </a:solidFill>
              </a:rPr>
              <a:t>- One more customer who churns (3 of 23) p = 0.09</a:t>
            </a:r>
            <a:br>
              <a:rPr lang="en-US" sz="1050" dirty="0">
                <a:solidFill>
                  <a:srgbClr val="5A6270"/>
                </a:solidFill>
              </a:rPr>
            </a:br>
            <a:endParaRPr lang="en-US" sz="1050" dirty="0">
              <a:solidFill>
                <a:srgbClr val="5A6270"/>
              </a:solidFill>
            </a:endParaRPr>
          </a:p>
          <a:p>
            <a:pPr marL="1143000" lvl="2" indent="-228600">
              <a:spcAft>
                <a:spcPts val="300"/>
              </a:spcAft>
              <a:buAutoNum type="arabicPeriod"/>
            </a:pPr>
            <a:endParaRPr lang="en-US" sz="1050" dirty="0">
              <a:solidFill>
                <a:srgbClr val="5A6270"/>
              </a:solidFill>
            </a:endParaRPr>
          </a:p>
          <a:p>
            <a:pPr lvl="1">
              <a:spcAft>
                <a:spcPts val="300"/>
              </a:spcAft>
            </a:pPr>
            <a:endParaRPr lang="en-US" sz="1050" dirty="0">
              <a:solidFill>
                <a:srgbClr val="5A627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FEATURE ENGINEERING</a:t>
            </a:r>
          </a:p>
          <a:p>
            <a:pPr>
              <a:spcBef>
                <a:spcPts val="400"/>
              </a:spcBef>
            </a:pPr>
            <a:r>
              <a:rPr sz="2800" b="1" i="0" dirty="0">
                <a:solidFill>
                  <a:srgbClr val="1A1A1A"/>
                </a:solidFill>
                <a:latin typeface="Calibri"/>
              </a:rPr>
              <a:t>73 features</a:t>
            </a:r>
            <a:r>
              <a:rPr lang="en-US" sz="2800" b="1" i="0" dirty="0">
                <a:solidFill>
                  <a:srgbClr val="1A1A1A"/>
                </a:solidFill>
                <a:latin typeface="Calibri"/>
              </a:rPr>
              <a:t> and rational</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rcRect r="67813"/>
          <a:stretch>
            <a:fillRect/>
          </a:stretch>
        </p:blipFill>
        <p:spPr>
          <a:xfrm>
            <a:off x="361593" y="1607822"/>
            <a:ext cx="2387413" cy="2143406"/>
          </a:xfrm>
          <a:prstGeom prst="rect">
            <a:avLst/>
          </a:prstGeom>
        </p:spPr>
      </p:pic>
      <p:pic>
        <p:nvPicPr>
          <p:cNvPr id="11" name="Picture 10" descr="03_point_in_time.png">
            <a:extLst>
              <a:ext uri="{FF2B5EF4-FFF2-40B4-BE49-F238E27FC236}">
                <a16:creationId xmlns:a16="http://schemas.microsoft.com/office/drawing/2014/main" id="{D9478685-84BF-2555-1422-7F7ACAB891D9}"/>
              </a:ext>
            </a:extLst>
          </p:cNvPr>
          <p:cNvPicPr>
            <a:picLocks noChangeAspect="1"/>
          </p:cNvPicPr>
          <p:nvPr/>
        </p:nvPicPr>
        <p:blipFill>
          <a:blip r:embed="rId2"/>
          <a:srcRect l="30083"/>
          <a:stretch>
            <a:fillRect/>
          </a:stretch>
        </p:blipFill>
        <p:spPr>
          <a:xfrm>
            <a:off x="0" y="3853496"/>
            <a:ext cx="5011486" cy="2071262"/>
          </a:xfrm>
          <a:prstGeom prst="rect">
            <a:avLst/>
          </a:prstGeom>
        </p:spPr>
      </p:pic>
      <p:pic>
        <p:nvPicPr>
          <p:cNvPr id="15" name="Picture 14">
            <a:extLst>
              <a:ext uri="{FF2B5EF4-FFF2-40B4-BE49-F238E27FC236}">
                <a16:creationId xmlns:a16="http://schemas.microsoft.com/office/drawing/2014/main" id="{3A739226-CB47-DDA5-CE8E-5B5A1839E840}"/>
              </a:ext>
            </a:extLst>
          </p:cNvPr>
          <p:cNvPicPr>
            <a:picLocks noChangeAspect="1"/>
          </p:cNvPicPr>
          <p:nvPr/>
        </p:nvPicPr>
        <p:blipFill>
          <a:blip r:embed="rId3"/>
          <a:stretch>
            <a:fillRect/>
          </a:stretch>
        </p:blipFill>
        <p:spPr>
          <a:xfrm>
            <a:off x="5083343" y="1601362"/>
            <a:ext cx="7053024" cy="4221128"/>
          </a:xfrm>
          <a:prstGeom prst="rect">
            <a:avLst/>
          </a:prstGeom>
          <a:ln w="6350">
            <a:solidFill>
              <a:schemeClr val="bg1">
                <a:lumMod val="85000"/>
              </a:schemeClr>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sz="2800" b="1" i="0" dirty="0">
                <a:solidFill>
                  <a:srgbClr val="1A1A1A"/>
                </a:solidFill>
                <a:latin typeface="Calibri"/>
              </a:rPr>
              <a:t>Choosing an algorithm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918158" y="4035339"/>
            <a:ext cx="4521563" cy="1777410"/>
          </a:xfrm>
          <a:prstGeom prst="rect">
            <a:avLst/>
          </a:prstGeom>
          <a:noFill/>
        </p:spPr>
        <p:txBody>
          <a:bodyPr wrap="square">
            <a:spAutoFit/>
          </a:bodyPr>
          <a:lstStyle/>
          <a:p>
            <a:pPr>
              <a:spcAft>
                <a:spcPts val="900"/>
              </a:spcAft>
            </a:pPr>
            <a:r>
              <a:rPr sz="1350" b="1" i="0" dirty="0">
                <a:solidFill>
                  <a:srgbClr val="1A1A1A"/>
                </a:solidFill>
                <a:latin typeface="Calibri"/>
              </a:rPr>
              <a:t>I start with a model that uses no features at all. It has to score </a:t>
            </a:r>
            <a:r>
              <a:rPr lang="en-US" sz="1350" b="1" i="0" dirty="0">
                <a:solidFill>
                  <a:srgbClr val="1A1A1A"/>
                </a:solidFill>
                <a:latin typeface="Calibri"/>
              </a:rPr>
              <a:t>ROC-AUC </a:t>
            </a:r>
            <a:r>
              <a:rPr sz="1350" b="1" i="0" dirty="0">
                <a:solidFill>
                  <a:srgbClr val="1A1A1A"/>
                </a:solidFill>
                <a:latin typeface="Calibri"/>
              </a:rPr>
              <a:t>0.5. </a:t>
            </a:r>
            <a:r>
              <a:rPr lang="en-US" sz="1350" b="1" i="0" dirty="0">
                <a:solidFill>
                  <a:srgbClr val="1A1A1A"/>
                </a:solidFill>
                <a:latin typeface="Calibri"/>
              </a:rPr>
              <a:t>Use this </a:t>
            </a:r>
            <a:r>
              <a:rPr sz="1350" b="1" i="0" dirty="0">
                <a:solidFill>
                  <a:srgbClr val="1A1A1A"/>
                </a:solidFill>
                <a:latin typeface="Calibri"/>
              </a:rPr>
              <a:t>floor </a:t>
            </a:r>
            <a:r>
              <a:rPr lang="en-US" sz="1350" b="1" i="0" dirty="0">
                <a:solidFill>
                  <a:srgbClr val="1A1A1A"/>
                </a:solidFill>
                <a:latin typeface="Calibri"/>
              </a:rPr>
              <a:t>to contrast better models</a:t>
            </a:r>
            <a:r>
              <a:rPr sz="1350" b="1" i="0" dirty="0">
                <a:solidFill>
                  <a:srgbClr val="1A1A1A"/>
                </a:solidFill>
                <a:latin typeface="Calibri"/>
              </a:rPr>
              <a:t>. </a:t>
            </a:r>
            <a:endParaRPr lang="en-US" sz="1350" b="1" i="0" dirty="0">
              <a:solidFill>
                <a:srgbClr val="1A1A1A"/>
              </a:solidFill>
              <a:latin typeface="Calibri"/>
            </a:endParaRPr>
          </a:p>
          <a:p>
            <a:pPr>
              <a:spcAft>
                <a:spcPts val="900"/>
              </a:spcAft>
            </a:pPr>
            <a:r>
              <a:rPr sz="1350" b="1" i="0" dirty="0">
                <a:solidFill>
                  <a:srgbClr val="1A1A1A"/>
                </a:solidFill>
                <a:latin typeface="Calibri"/>
              </a:rPr>
              <a:t>Then I add complexity one step at a time: a single</a:t>
            </a:r>
            <a:r>
              <a:rPr lang="en-US" sz="1350" b="1" i="0" dirty="0">
                <a:solidFill>
                  <a:srgbClr val="1A1A1A"/>
                </a:solidFill>
                <a:latin typeface="Calibri"/>
              </a:rPr>
              <a:t> decision stump</a:t>
            </a:r>
            <a:r>
              <a:rPr sz="1350" b="1" i="0" dirty="0">
                <a:solidFill>
                  <a:srgbClr val="1A1A1A"/>
                </a:solidFill>
                <a:latin typeface="Calibri"/>
              </a:rPr>
              <a:t> rule, then logistic regression, then a random forest, then three gradient boosting models.</a:t>
            </a:r>
          </a:p>
          <a:p>
            <a:pPr>
              <a:spcAft>
                <a:spcPts val="900"/>
              </a:spcAft>
            </a:pPr>
            <a:r>
              <a:rPr sz="1350" b="0" i="0" dirty="0">
                <a:solidFill>
                  <a:srgbClr val="5A6270"/>
                </a:solidFill>
                <a:latin typeface="Calibri"/>
              </a:rPr>
              <a:t>Every model is tested on exactly the same splits, so the comparison is fair. </a:t>
            </a:r>
          </a:p>
        </p:txBody>
      </p:sp>
      <p:pic>
        <p:nvPicPr>
          <p:cNvPr id="9" name="Picture 8" descr="03_how_the_range_is_made_html.png">
            <a:extLst>
              <a:ext uri="{FF2B5EF4-FFF2-40B4-BE49-F238E27FC236}">
                <a16:creationId xmlns:a16="http://schemas.microsoft.com/office/drawing/2014/main" id="{EE34B78E-69C8-C210-CBE4-DCFCFA91AFED}"/>
              </a:ext>
            </a:extLst>
          </p:cNvPr>
          <p:cNvPicPr>
            <a:picLocks noChangeAspect="1"/>
          </p:cNvPicPr>
          <p:nvPr/>
        </p:nvPicPr>
        <p:blipFill>
          <a:blip r:embed="rId2"/>
          <a:stretch>
            <a:fillRect/>
          </a:stretch>
        </p:blipFill>
        <p:spPr>
          <a:xfrm>
            <a:off x="1654342" y="1225411"/>
            <a:ext cx="9326880" cy="2331720"/>
          </a:xfrm>
          <a:prstGeom prst="rect">
            <a:avLst/>
          </a:prstGeom>
        </p:spPr>
      </p:pic>
      <p:pic>
        <p:nvPicPr>
          <p:cNvPr id="11" name="Picture 10">
            <a:extLst>
              <a:ext uri="{FF2B5EF4-FFF2-40B4-BE49-F238E27FC236}">
                <a16:creationId xmlns:a16="http://schemas.microsoft.com/office/drawing/2014/main" id="{AD950E2A-4BCA-F823-06CD-8AE5F2C59ADE}"/>
              </a:ext>
            </a:extLst>
          </p:cNvPr>
          <p:cNvPicPr>
            <a:picLocks noChangeAspect="1"/>
          </p:cNvPicPr>
          <p:nvPr/>
        </p:nvPicPr>
        <p:blipFill>
          <a:blip r:embed="rId3"/>
          <a:stretch>
            <a:fillRect/>
          </a:stretch>
        </p:blipFill>
        <p:spPr>
          <a:xfrm>
            <a:off x="239930" y="3758184"/>
            <a:ext cx="6321289" cy="233172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lang="en-US" sz="2800" b="1" dirty="0">
                <a:solidFill>
                  <a:srgbClr val="1A1A1A"/>
                </a:solidFill>
              </a:rPr>
              <a:t>Evaluate Performance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572768"/>
            <a:ext cx="10820095" cy="4572000"/>
          </a:xfrm>
          <a:prstGeom prst="rect">
            <a:avLst/>
          </a:prstGeom>
          <a:noFill/>
        </p:spPr>
        <p:txBody>
          <a:bodyPr wrap="square">
            <a:spAutoFit/>
          </a:bodyPr>
          <a:lstStyle/>
          <a:p>
            <a:pPr>
              <a:spcAft>
                <a:spcPts val="400"/>
              </a:spcAft>
            </a:pPr>
            <a:r>
              <a:rPr sz="1350" b="1" i="0">
                <a:solidFill>
                  <a:srgbClr val="1A1A1A"/>
                </a:solidFill>
                <a:latin typeface="Calibri"/>
              </a:rPr>
              <a:t>Logistic regression, L2 penalty, C = 1. It won the ten-rung ladder on the 30 June 2024 cohort: 177 customers, 54 of whom left within 90 days.</a:t>
            </a:r>
          </a:p>
          <a:p>
            <a:pPr lvl="1">
              <a:spcAft>
                <a:spcPts val="400"/>
              </a:spcAft>
            </a:pPr>
            <a:r>
              <a:rPr sz="1150" b="0" i="0">
                <a:solidFill>
                  <a:srgbClr val="5A6270"/>
                </a:solidFill>
                <a:latin typeface="Calibri"/>
              </a:rPr>
              <a:t>ROC-AUC 0.583 in cross-validation. Nested CV, which puts model selection inside the outer folds, gives 0.534 ± 0.016. Chance is 0.500. The 0.049 gap is selection optimism.</a:t>
            </a:r>
          </a:p>
        </p:txBody>
      </p:sp>
      <p:pic>
        <p:nvPicPr>
          <p:cNvPr id="5" name="Picture 4" descr="04_performance.png"/>
          <p:cNvPicPr>
            <a:picLocks noChangeAspect="1"/>
          </p:cNvPicPr>
          <p:nvPr/>
        </p:nvPicPr>
        <p:blipFill>
          <a:blip r:embed="rId3"/>
          <a:stretch>
            <a:fillRect/>
          </a:stretch>
        </p:blipFill>
        <p:spPr>
          <a:xfrm>
            <a:off x="2126707" y="2322575"/>
            <a:ext cx="8623509" cy="3617489"/>
          </a:xfrm>
          <a:prstGeom prst="rect">
            <a:avLst/>
          </a:prstGeom>
        </p:spPr>
      </p:pic>
      <p:sp>
        <p:nvSpPr>
          <p:cNvPr id="6" name="TextBox 5"/>
          <p:cNvSpPr txBox="1"/>
          <p:nvPr/>
        </p:nvSpPr>
        <p:spPr>
          <a:xfrm>
            <a:off x="1112922" y="6036617"/>
            <a:ext cx="10820095" cy="815608"/>
          </a:xfrm>
          <a:prstGeom prst="rect">
            <a:avLst/>
          </a:prstGeom>
          <a:noFill/>
        </p:spPr>
        <p:txBody>
          <a:bodyPr wrap="square">
            <a:spAutoFit/>
          </a:bodyPr>
          <a:lstStyle/>
          <a:p>
            <a:pPr>
              <a:spcAft>
                <a:spcPts val="300"/>
              </a:spcAft>
            </a:pPr>
            <a:r>
              <a:rPr sz="1250" b="1" i="0" dirty="0">
                <a:solidFill>
                  <a:srgbClr val="1A1A1A"/>
                </a:solidFill>
                <a:latin typeface="Calibri"/>
              </a:rPr>
              <a:t>Threshold 0.245, chosen to </a:t>
            </a:r>
            <a:r>
              <a:rPr sz="1250" b="1" i="0" dirty="0" err="1">
                <a:solidFill>
                  <a:srgbClr val="1A1A1A"/>
                </a:solidFill>
                <a:latin typeface="Calibri"/>
              </a:rPr>
              <a:t>maximise</a:t>
            </a:r>
            <a:r>
              <a:rPr sz="1250" b="1" i="0" dirty="0">
                <a:solidFill>
                  <a:srgbClr val="1A1A1A"/>
                </a:solidFill>
                <a:latin typeface="Calibri"/>
              </a:rPr>
              <a:t> F1 on out-of-fold predictions rather than at the 0.5 default.</a:t>
            </a:r>
          </a:p>
          <a:p>
            <a:pPr lvl="1">
              <a:spcAft>
                <a:spcPts val="300"/>
              </a:spcAft>
            </a:pPr>
            <a:r>
              <a:rPr sz="1050" b="0" i="0" dirty="0">
                <a:solidFill>
                  <a:srgbClr val="5A6270"/>
                </a:solidFill>
                <a:latin typeface="Calibri"/>
              </a:rPr>
              <a:t>At that operating point: precision 0.368, recall 0.722, F1 0.487. The model recovers 39 of 54 leavers and puts 106 of 177 customers on the list.</a:t>
            </a:r>
          </a:p>
          <a:p>
            <a:pPr>
              <a:spcAft>
                <a:spcPts val="300"/>
              </a:spcAft>
            </a:pPr>
            <a:r>
              <a:rPr sz="600" b="0" i="0" dirty="0">
                <a:solidFill>
                  <a:srgbClr val="1A1A1A"/>
                </a:solidFill>
                <a:latin typeface="Calibri"/>
              </a:rPr>
              <a:t> </a:t>
            </a:r>
          </a:p>
          <a:p>
            <a:pPr>
              <a:spcAft>
                <a:spcPts val="300"/>
              </a:spcAft>
            </a:pPr>
            <a:r>
              <a:rPr sz="1050" b="0" i="0" dirty="0">
                <a:solidFill>
                  <a:srgbClr val="5A6270"/>
                </a:solidFill>
                <a:latin typeface="Calibri"/>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Ranking quality, three ways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curves_html.png"/>
          <p:cNvPicPr>
            <a:picLocks noChangeAspect="1"/>
          </p:cNvPicPr>
          <p:nvPr/>
        </p:nvPicPr>
        <p:blipFill>
          <a:blip r:embed="rId3"/>
          <a:stretch>
            <a:fillRect/>
          </a:stretch>
        </p:blipFill>
        <p:spPr>
          <a:xfrm>
            <a:off x="2449317" y="1572768"/>
            <a:ext cx="7293060" cy="2788920"/>
          </a:xfrm>
          <a:prstGeom prst="rect">
            <a:avLst/>
          </a:prstGeom>
        </p:spPr>
      </p:pic>
      <p:sp>
        <p:nvSpPr>
          <p:cNvPr id="5" name="TextBox 4"/>
          <p:cNvSpPr txBox="1"/>
          <p:nvPr/>
        </p:nvSpPr>
        <p:spPr>
          <a:xfrm>
            <a:off x="685798" y="4530952"/>
            <a:ext cx="10820095" cy="4572000"/>
          </a:xfrm>
          <a:prstGeom prst="rect">
            <a:avLst/>
          </a:prstGeom>
          <a:noFill/>
        </p:spPr>
        <p:txBody>
          <a:bodyPr wrap="square">
            <a:spAutoFit/>
          </a:bodyPr>
          <a:lstStyle/>
          <a:p>
            <a:pPr>
              <a:spcAft>
                <a:spcPts val="300"/>
              </a:spcAft>
            </a:pPr>
            <a:r>
              <a:rPr sz="1250" b="1" i="0">
                <a:solidFill>
                  <a:srgbClr val="1A1A1A"/>
                </a:solidFill>
                <a:latin typeface="Calibri"/>
              </a:rPr>
              <a:t>ROC-AUC 0.589 out of fold. The curve sits just above the diagonal for its whole length, with no region where the model separates cleanly.</a:t>
            </a:r>
          </a:p>
          <a:p>
            <a:pPr>
              <a:spcAft>
                <a:spcPts val="300"/>
              </a:spcAft>
            </a:pPr>
            <a:r>
              <a:rPr sz="600" b="0" i="0">
                <a:solidFill>
                  <a:srgbClr val="1A1A1A"/>
                </a:solidFill>
                <a:latin typeface="Calibri"/>
              </a:rPr>
              <a:t> </a:t>
            </a:r>
          </a:p>
          <a:p>
            <a:pPr>
              <a:spcAft>
                <a:spcPts val="300"/>
              </a:spcAft>
            </a:pPr>
            <a:r>
              <a:rPr sz="1250" b="1" i="0">
                <a:solidFill>
                  <a:srgbClr val="1A1A1A"/>
                </a:solidFill>
                <a:latin typeface="Calibri"/>
              </a:rPr>
              <a:t>Average precision 0.378 against a 0.31 base rate.</a:t>
            </a:r>
          </a:p>
          <a:p>
            <a:pPr lvl="1">
              <a:spcAft>
                <a:spcPts val="300"/>
              </a:spcAft>
            </a:pPr>
            <a:r>
              <a:rPr sz="1050" b="0" i="0">
                <a:solidFill>
                  <a:srgbClr val="5A6270"/>
                </a:solidFill>
                <a:latin typeface="Calibri"/>
              </a:rPr>
              <a:t>PR is the honest picture for an imbalanced problem, because its floor moves with the class balance rather than staying at 0.50. Precision hovers just above the base-rate line at every recall, which is the same finding as the confusion matrix: flagging a customer barely raises their risk.</a:t>
            </a:r>
          </a:p>
          <a:p>
            <a:pPr>
              <a:spcAft>
                <a:spcPts val="300"/>
              </a:spcAft>
            </a:pPr>
            <a:r>
              <a:rPr sz="600" b="0" i="0">
                <a:solidFill>
                  <a:srgbClr val="1A1A1A"/>
                </a:solidFill>
                <a:latin typeface="Calibri"/>
              </a:rPr>
              <a:t> </a:t>
            </a:r>
          </a:p>
          <a:p>
            <a:pPr>
              <a:spcAft>
                <a:spcPts val="300"/>
              </a:spcAft>
            </a:pPr>
            <a:r>
              <a:rPr sz="1250" b="1" i="0">
                <a:solidFill>
                  <a:srgbClr val="1A1A1A"/>
                </a:solidFill>
                <a:latin typeface="Calibri"/>
              </a:rPr>
              <a:t>Calibration is the reason the break-even argument is usable.</a:t>
            </a:r>
          </a:p>
          <a:p>
            <a:pPr lvl="1">
              <a:spcAft>
                <a:spcPts val="300"/>
              </a:spcAft>
            </a:pPr>
            <a:r>
              <a:rPr sz="1050" b="0" i="0">
                <a:solidFill>
                  <a:srgbClr val="5A6270"/>
                </a:solidFill>
                <a:latin typeface="Calibri"/>
              </a:rPr>
              <a:t>Predicted probabilities track observed churn well enough in the middle bins to compare a score against a decision threshold. The curve is flat rather than diagonal, which is what a weak model looks like — it over-predicts at the bottom and under-predicts at the top.</a:t>
            </a:r>
          </a:p>
        </p:txBody>
      </p:sp>
      <p:sp>
        <p:nvSpPr>
          <p:cNvPr id="6" name="TextBox 5"/>
          <p:cNvSpPr txBox="1"/>
          <p:nvPr/>
        </p:nvSpPr>
        <p:spPr>
          <a:xfrm>
            <a:off x="734079" y="6445317"/>
            <a:ext cx="10723841" cy="269304"/>
          </a:xfrm>
          <a:prstGeom prst="rect">
            <a:avLst/>
          </a:prstGeom>
          <a:noFill/>
        </p:spPr>
        <p:txBody>
          <a:bodyPr wrap="square">
            <a:spAutoFit/>
          </a:bodyPr>
          <a:lstStyle/>
          <a:p>
            <a:r>
              <a:rPr sz="1150" b="0" i="1" dirty="0">
                <a:solidFill>
                  <a:srgbClr val="5A6270"/>
                </a:solidFill>
                <a:latin typeface="Calibri"/>
              </a:rPr>
              <a:t>The red dot on each panel is the shipped threshold of 0.245.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sz="2800" b="1" i="0" dirty="0">
                <a:solidFill>
                  <a:srgbClr val="1A1A1A"/>
                </a:solidFill>
                <a:latin typeface="Calibri"/>
              </a:rPr>
              <a:t>Class imbalance</a:t>
            </a:r>
            <a:r>
              <a:rPr lang="en-US" sz="2800" b="1" i="0" dirty="0">
                <a:solidFill>
                  <a:srgbClr val="1A1A1A"/>
                </a:solidFill>
                <a:latin typeface="Calibri"/>
              </a:rPr>
              <a:t> and </a:t>
            </a:r>
            <a:r>
              <a:rPr sz="2800" b="1" i="0" dirty="0">
                <a:solidFill>
                  <a:srgbClr val="1A1A1A"/>
                </a:solidFill>
                <a:latin typeface="Calibri"/>
              </a:rPr>
              <a:t>leakage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9081" y="1460773"/>
            <a:ext cx="5486400" cy="2716128"/>
          </a:xfrm>
          <a:prstGeom prst="rect">
            <a:avLst/>
          </a:prstGeom>
          <a:noFill/>
        </p:spPr>
        <p:txBody>
          <a:bodyPr wrap="square">
            <a:spAutoFit/>
          </a:bodyPr>
          <a:lstStyle/>
          <a:p>
            <a:pPr>
              <a:spcAft>
                <a:spcPts val="600"/>
              </a:spcAft>
            </a:pPr>
            <a:r>
              <a:rPr sz="1350" b="1" i="0" dirty="0">
                <a:solidFill>
                  <a:srgbClr val="1A1A1A"/>
                </a:solidFill>
                <a:latin typeface="Calibri"/>
              </a:rPr>
              <a:t>Class imbalance</a:t>
            </a:r>
            <a:endParaRPr lang="en-US" sz="1350" b="1" i="0" dirty="0">
              <a:solidFill>
                <a:srgbClr val="1A1A1A"/>
              </a:solidFill>
              <a:latin typeface="Calibri"/>
            </a:endParaRPr>
          </a:p>
          <a:p>
            <a:pPr>
              <a:spcAft>
                <a:spcPts val="600"/>
              </a:spcAft>
            </a:pPr>
            <a:r>
              <a:rPr lang="en-US" sz="1350" b="1" dirty="0">
                <a:solidFill>
                  <a:srgbClr val="1A1A1A"/>
                </a:solidFill>
                <a:latin typeface="Calibri"/>
              </a:rPr>
              <a:t>	</a:t>
            </a:r>
            <a:r>
              <a:rPr lang="en-US" sz="900" i="1" dirty="0"/>
              <a:t>Class imbalance is when the classes in the target variable are unevenly distributed — one class holds a 	much larger share of the observations than the other.</a:t>
            </a:r>
            <a:endParaRPr sz="900" i="1" dirty="0"/>
          </a:p>
          <a:p>
            <a:pPr marL="685800" lvl="1" indent="-228600">
              <a:spcAft>
                <a:spcPts val="600"/>
              </a:spcAft>
              <a:buFont typeface="+mj-lt"/>
              <a:buAutoNum type="arabicPeriod"/>
            </a:pPr>
            <a:r>
              <a:rPr lang="en-US" sz="1150" dirty="0">
                <a:solidFill>
                  <a:srgbClr val="5A6270"/>
                </a:solidFill>
              </a:rPr>
              <a:t>31% of customers churned. That is uneven, but it is not a rare-event problem, and it does not need heavy handling.</a:t>
            </a:r>
            <a:endParaRPr lang="en-US" sz="1150" b="0" i="0" dirty="0">
              <a:solidFill>
                <a:srgbClr val="5A6270"/>
              </a:solidFill>
              <a:latin typeface="Calibri"/>
            </a:endParaRPr>
          </a:p>
          <a:p>
            <a:pPr marL="685800" lvl="1" indent="-228600">
              <a:spcAft>
                <a:spcPts val="600"/>
              </a:spcAft>
              <a:buFont typeface="+mj-lt"/>
              <a:buAutoNum type="arabicPeriod"/>
            </a:pPr>
            <a:r>
              <a:rPr lang="en-US" sz="1150" dirty="0">
                <a:solidFill>
                  <a:srgbClr val="5A6270"/>
                </a:solidFill>
              </a:rPr>
              <a:t>I set the cut-off to favor catching customers who churned, because missing one likely costs more than unnecessary intervention. That catches 72% of the customers who churned, and 1 in 3 of the customers we flag do churn.</a:t>
            </a:r>
            <a:endParaRPr lang="en-US" sz="1150" b="0" i="0" dirty="0">
              <a:solidFill>
                <a:srgbClr val="5A6270"/>
              </a:solidFill>
              <a:latin typeface="Calibri"/>
            </a:endParaRPr>
          </a:p>
          <a:p>
            <a:pPr marL="685800" lvl="1" indent="-228600">
              <a:spcAft>
                <a:spcPts val="600"/>
              </a:spcAft>
              <a:buFont typeface="+mj-lt"/>
              <a:buAutoNum type="arabicPeriod"/>
            </a:pPr>
            <a:r>
              <a:rPr lang="en-US" sz="1150" dirty="0">
                <a:solidFill>
                  <a:srgbClr val="5A6270"/>
                </a:solidFill>
              </a:rPr>
              <a:t>I report ROC-AUC because its floor stays at 0.50 whatever the class balance. That matters here: across the twelve horizon and buffer combinations the churn rate runs from 11% to 45%, and a metric that moved with the balance would make those twelve results incomparable. Precision-recall and F1 agree.</a:t>
            </a:r>
            <a:endParaRPr sz="1150" b="0" i="0" dirty="0">
              <a:solidFill>
                <a:srgbClr val="5A6270"/>
              </a:solidFill>
              <a:latin typeface="Calibri"/>
            </a:endParaRPr>
          </a:p>
          <a:p>
            <a:pPr>
              <a:spcAft>
                <a:spcPts val="600"/>
              </a:spcAft>
            </a:pPr>
            <a:r>
              <a:rPr sz="600" b="0" i="0" dirty="0">
                <a:solidFill>
                  <a:srgbClr val="1A1A1A"/>
                </a:solidFill>
                <a:latin typeface="Calibri"/>
              </a:rPr>
              <a:t> </a:t>
            </a:r>
          </a:p>
        </p:txBody>
      </p:sp>
      <p:pic>
        <p:nvPicPr>
          <p:cNvPr id="8" name="Picture 7">
            <a:extLst>
              <a:ext uri="{FF2B5EF4-FFF2-40B4-BE49-F238E27FC236}">
                <a16:creationId xmlns:a16="http://schemas.microsoft.com/office/drawing/2014/main" id="{591DEB87-1430-93AA-46A6-A24096F970A6}"/>
              </a:ext>
            </a:extLst>
          </p:cNvPr>
          <p:cNvPicPr>
            <a:picLocks noChangeAspect="1"/>
          </p:cNvPicPr>
          <p:nvPr/>
        </p:nvPicPr>
        <p:blipFill>
          <a:blip r:embed="rId2"/>
          <a:stretch>
            <a:fillRect/>
          </a:stretch>
        </p:blipFill>
        <p:spPr>
          <a:xfrm>
            <a:off x="1415255" y="4110064"/>
            <a:ext cx="9361183" cy="2574326"/>
          </a:xfrm>
          <a:prstGeom prst="rect">
            <a:avLst/>
          </a:prstGeom>
        </p:spPr>
      </p:pic>
      <p:sp>
        <p:nvSpPr>
          <p:cNvPr id="10" name="TextBox 9">
            <a:extLst>
              <a:ext uri="{FF2B5EF4-FFF2-40B4-BE49-F238E27FC236}">
                <a16:creationId xmlns:a16="http://schemas.microsoft.com/office/drawing/2014/main" id="{59D5E82D-6C5D-1F05-AF59-8F1C90CA5BFE}"/>
              </a:ext>
            </a:extLst>
          </p:cNvPr>
          <p:cNvSpPr txBox="1"/>
          <p:nvPr/>
        </p:nvSpPr>
        <p:spPr>
          <a:xfrm>
            <a:off x="5745481" y="1460773"/>
            <a:ext cx="6097002" cy="2485296"/>
          </a:xfrm>
          <a:prstGeom prst="rect">
            <a:avLst/>
          </a:prstGeom>
          <a:noFill/>
        </p:spPr>
        <p:txBody>
          <a:bodyPr wrap="square">
            <a:spAutoFit/>
          </a:bodyPr>
          <a:lstStyle/>
          <a:p>
            <a:pPr>
              <a:spcAft>
                <a:spcPts val="600"/>
              </a:spcAft>
            </a:pPr>
            <a:r>
              <a:rPr lang="en-US" sz="1350" b="1" i="0" dirty="0">
                <a:latin typeface="Calibri"/>
              </a:rPr>
              <a:t>Leakage</a:t>
            </a:r>
          </a:p>
          <a:p>
            <a:pPr lvl="1">
              <a:spcAft>
                <a:spcPts val="600"/>
              </a:spcAft>
            </a:pPr>
            <a:r>
              <a:rPr lang="en-US" sz="900" i="1" dirty="0"/>
              <a:t>Leakage is training the model on something we would not actually know on the day we make the prediction. It scores well in testing and then fails in production, because the thing it relied on wasn't there yet</a:t>
            </a:r>
            <a:r>
              <a:rPr lang="en-US" sz="900" dirty="0"/>
              <a:t>.</a:t>
            </a:r>
          </a:p>
          <a:p>
            <a:pPr marL="685800" lvl="1" indent="-228600">
              <a:spcAft>
                <a:spcPts val="600"/>
              </a:spcAft>
              <a:buFont typeface="+mj-lt"/>
              <a:buAutoNum type="arabicPeriod"/>
            </a:pPr>
            <a:r>
              <a:rPr lang="en-US" sz="1100" dirty="0">
                <a:solidFill>
                  <a:srgbClr val="5A6270"/>
                </a:solidFill>
              </a:rPr>
              <a:t>Every table is cut to the cutoff date before anything is built. Nothing dated 1 July onwards can reach a feature for our cut off date prediction.</a:t>
            </a:r>
          </a:p>
          <a:p>
            <a:pPr marL="685800" lvl="1" indent="-228600">
              <a:spcAft>
                <a:spcPts val="600"/>
              </a:spcAft>
              <a:buFont typeface="+mj-lt"/>
              <a:buAutoNum type="arabicPeriod"/>
            </a:pPr>
            <a:r>
              <a:rPr lang="en-US" sz="1100" dirty="0">
                <a:solidFill>
                  <a:srgbClr val="5A6270"/>
                </a:solidFill>
              </a:rPr>
              <a:t>Anything still unfinished on the cutoff date is blanked (E.g., a support ticket still open on 30 June has no fix time and no satisfaction score, even though the file records them, because they were filled in later)</a:t>
            </a:r>
          </a:p>
          <a:p>
            <a:pPr marL="685800" lvl="1" indent="-228600">
              <a:spcAft>
                <a:spcPts val="600"/>
              </a:spcAft>
              <a:buFont typeface="+mj-lt"/>
              <a:buAutoNum type="arabicPeriod"/>
            </a:pPr>
            <a:r>
              <a:rPr lang="en-US" sz="1100" dirty="0">
                <a:solidFill>
                  <a:srgbClr val="5A6270"/>
                </a:solidFill>
              </a:rPr>
              <a:t>Nothing from the churn record is ever used as a feature. Those columns exist because a customer left.</a:t>
            </a:r>
          </a:p>
          <a:p>
            <a:pPr marL="685800" lvl="1" indent="-228600">
              <a:spcAft>
                <a:spcPts val="600"/>
              </a:spcAft>
              <a:buFont typeface="+mj-lt"/>
              <a:buAutoNum type="arabicPeriod"/>
            </a:pPr>
            <a:r>
              <a:rPr lang="en-US" sz="1100" dirty="0">
                <a:solidFill>
                  <a:srgbClr val="5A6270"/>
                </a:solidFill>
              </a:rPr>
              <a:t>The same code builds the features in training and in production. It takes a date and looks only before it, so the two cannot drift apart.</a:t>
            </a:r>
            <a:endParaRPr lang="en-US" sz="1100" b="0" i="0" dirty="0">
              <a:solidFill>
                <a:srgbClr val="5A6270"/>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lang="en-US" sz="2800" b="1" dirty="0">
                <a:solidFill>
                  <a:srgbClr val="1A1A1A"/>
                </a:solidFill>
              </a:rPr>
              <a:t>Interpretability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89547" y="1978155"/>
            <a:ext cx="4186989" cy="3642023"/>
          </a:xfrm>
          <a:prstGeom prst="rect">
            <a:avLst/>
          </a:prstGeom>
          <a:noFill/>
        </p:spPr>
        <p:txBody>
          <a:bodyPr wrap="square">
            <a:spAutoFit/>
          </a:bodyPr>
          <a:lstStyle/>
          <a:p>
            <a:pPr>
              <a:spcAft>
                <a:spcPts val="400"/>
              </a:spcAft>
            </a:pPr>
            <a:r>
              <a:rPr sz="1300" b="1" i="0" dirty="0">
                <a:solidFill>
                  <a:srgbClr val="1A1A1A"/>
                </a:solidFill>
                <a:latin typeface="Calibri"/>
              </a:rPr>
              <a:t>The shipped model is a logistic regression, so it can simply be read. Each bar is one input and the direction the model applies it.</a:t>
            </a:r>
          </a:p>
          <a:p>
            <a:pPr>
              <a:spcAft>
                <a:spcPts val="400"/>
              </a:spcAft>
            </a:pPr>
            <a:r>
              <a:rPr sz="600" b="0" i="0" dirty="0">
                <a:solidFill>
                  <a:srgbClr val="1A1A1A"/>
                </a:solidFill>
                <a:latin typeface="Calibri"/>
              </a:rPr>
              <a:t> </a:t>
            </a:r>
          </a:p>
          <a:p>
            <a:pPr>
              <a:spcAft>
                <a:spcPts val="400"/>
              </a:spcAft>
            </a:pPr>
            <a:r>
              <a:rPr sz="1300" b="1" i="0" dirty="0">
                <a:solidFill>
                  <a:srgbClr val="1A1A1A"/>
                </a:solidFill>
                <a:latin typeface="Calibri"/>
              </a:rPr>
              <a:t>Taken at face value it is a briefing.</a:t>
            </a:r>
          </a:p>
          <a:p>
            <a:pPr lvl="1">
              <a:spcAft>
                <a:spcPts val="400"/>
              </a:spcAft>
            </a:pPr>
            <a:r>
              <a:rPr sz="1100" b="0" i="0" dirty="0">
                <a:solidFill>
                  <a:srgbClr val="5A6270"/>
                </a:solidFill>
                <a:latin typeface="Calibri"/>
              </a:rPr>
              <a:t>Pro-plan customers stay. Partner-sourced customers leave. Customers holding several subscriptions leave. </a:t>
            </a:r>
          </a:p>
          <a:p>
            <a:pPr>
              <a:spcAft>
                <a:spcPts val="400"/>
              </a:spcAft>
            </a:pPr>
            <a:r>
              <a:rPr sz="600" b="0" i="0" dirty="0">
                <a:solidFill>
                  <a:srgbClr val="1A1A1A"/>
                </a:solidFill>
                <a:latin typeface="Calibri"/>
              </a:rPr>
              <a:t> </a:t>
            </a:r>
          </a:p>
          <a:p>
            <a:pPr>
              <a:spcAft>
                <a:spcPts val="400"/>
              </a:spcAft>
            </a:pPr>
            <a:r>
              <a:rPr sz="1300" b="1" i="0" dirty="0">
                <a:solidFill>
                  <a:srgbClr val="B02E2E"/>
                </a:solidFill>
                <a:latin typeface="Calibri"/>
              </a:rPr>
              <a:t>The dashed lines are why I am not reporting any of it.</a:t>
            </a:r>
          </a:p>
          <a:p>
            <a:pPr lvl="1">
              <a:spcAft>
                <a:spcPts val="400"/>
              </a:spcAft>
            </a:pPr>
            <a:r>
              <a:rPr sz="1100" b="0" i="0" dirty="0">
                <a:solidFill>
                  <a:srgbClr val="5A6270"/>
                </a:solidFill>
                <a:latin typeface="Calibri"/>
              </a:rPr>
              <a:t>I shuffled the churn labels 500 times, refitting each time, and recorded the largest coefficient. Chance reaches 1.68. The largest real coefficient is 1.45. Not one input in the model is as strong as what chance produces from labels that mean nothing.</a:t>
            </a:r>
          </a:p>
          <a:p>
            <a:pPr>
              <a:spcAft>
                <a:spcPts val="400"/>
              </a:spcAft>
            </a:pPr>
            <a:r>
              <a:rPr sz="600" b="0" i="0" dirty="0">
                <a:solidFill>
                  <a:srgbClr val="1A1A1A"/>
                </a:solidFill>
                <a:latin typeface="Calibri"/>
              </a:rPr>
              <a:t> </a:t>
            </a:r>
          </a:p>
          <a:p>
            <a:pPr lvl="1">
              <a:spcAft>
                <a:spcPts val="400"/>
              </a:spcAft>
            </a:pPr>
            <a:r>
              <a:rPr sz="1100" b="0" i="0" dirty="0">
                <a:solidFill>
                  <a:srgbClr val="5A6270"/>
                </a:solidFill>
                <a:latin typeface="Calibri"/>
              </a:rPr>
              <a:t>Seven of the 86 inputs clear p = 0.05 individually. Testing 86 inputs, chance delivers about 4. Asked properly — is any coefficient larger than chance reaches — the answer is p = 0.22.</a:t>
            </a:r>
          </a:p>
        </p:txBody>
      </p:sp>
      <p:pic>
        <p:nvPicPr>
          <p:cNvPr id="10" name="Picture 9" descr="13_drivers.png">
            <a:extLst>
              <a:ext uri="{FF2B5EF4-FFF2-40B4-BE49-F238E27FC236}">
                <a16:creationId xmlns:a16="http://schemas.microsoft.com/office/drawing/2014/main" id="{42C08F25-67CE-D88A-2AF5-D2B92CFFCE48}"/>
              </a:ext>
            </a:extLst>
          </p:cNvPr>
          <p:cNvPicPr>
            <a:picLocks noChangeAspect="1"/>
          </p:cNvPicPr>
          <p:nvPr/>
        </p:nvPicPr>
        <p:blipFill>
          <a:blip r:embed="rId3"/>
          <a:srcRect b="9490"/>
          <a:stretch>
            <a:fillRect/>
          </a:stretch>
        </p:blipFill>
        <p:spPr>
          <a:xfrm>
            <a:off x="5047871" y="1921796"/>
            <a:ext cx="6702412" cy="337811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RECOMMENDATIONS</a:t>
            </a:r>
          </a:p>
          <a:p>
            <a:pPr>
              <a:spcBef>
                <a:spcPts val="400"/>
              </a:spcBef>
            </a:pPr>
            <a:r>
              <a:rPr sz="2800" b="1" i="0">
                <a:solidFill>
                  <a:srgbClr val="1A1A1A"/>
                </a:solidFill>
                <a:latin typeface="Calibri"/>
              </a:rPr>
              <a:t>What to do about churn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what_to_do.png"/>
          <p:cNvPicPr>
            <a:picLocks noChangeAspect="1"/>
          </p:cNvPicPr>
          <p:nvPr/>
        </p:nvPicPr>
        <p:blipFill>
          <a:blip r:embed="rId3"/>
          <a:stretch>
            <a:fillRect/>
          </a:stretch>
        </p:blipFill>
        <p:spPr>
          <a:xfrm>
            <a:off x="848694" y="1627632"/>
            <a:ext cx="10494306" cy="3246120"/>
          </a:xfrm>
          <a:prstGeom prst="rect">
            <a:avLst/>
          </a:prstGeom>
        </p:spPr>
      </p:pic>
      <p:sp>
        <p:nvSpPr>
          <p:cNvPr id="5" name="TextBox 4"/>
          <p:cNvSpPr txBox="1"/>
          <p:nvPr/>
        </p:nvSpPr>
        <p:spPr>
          <a:xfrm>
            <a:off x="685800" y="5138928"/>
            <a:ext cx="10820095" cy="4572000"/>
          </a:xfrm>
          <a:prstGeom prst="rect">
            <a:avLst/>
          </a:prstGeom>
          <a:noFill/>
        </p:spPr>
        <p:txBody>
          <a:bodyPr wrap="square">
            <a:spAutoFit/>
          </a:bodyPr>
          <a:lstStyle/>
          <a:p>
            <a:pPr>
              <a:spcAft>
                <a:spcPts val="400"/>
              </a:spcAft>
            </a:pPr>
            <a:r>
              <a:rPr sz="1350" b="1" i="0">
                <a:solidFill>
                  <a:srgbClr val="1A1A1A"/>
                </a:solidFill>
                <a:latin typeface="Calibri"/>
              </a:rPr>
              <a:t>Three things follow from this work, and none of them needs a model.</a:t>
            </a:r>
          </a:p>
          <a:p>
            <a:pPr lvl="1">
              <a:spcAft>
                <a:spcPts val="400"/>
              </a:spcAft>
            </a:pPr>
            <a:r>
              <a:rPr sz="1150" b="0" i="0">
                <a:solidFill>
                  <a:srgbClr val="5A6270"/>
                </a:solidFill>
                <a:latin typeface="Calibri"/>
              </a:rPr>
              <a:t>Call everybody at risk, because at a 31% churn rate the decision is already right for every customer. Do not spend on the two things the data appears to recommend, because both come from the same artefact. Fix three things in the export and the question becomes answerable.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Every number here is a count from the tables. Nothing is modelled and nothing is assumed.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4 · RECOMMENDATION 1</a:t>
            </a:r>
          </a:p>
          <a:p>
            <a:pPr>
              <a:spcBef>
                <a:spcPts val="400"/>
              </a:spcBef>
            </a:pPr>
            <a:r>
              <a:rPr lang="en-US" sz="2800" b="1" i="0" dirty="0">
                <a:latin typeface="Calibri"/>
              </a:rPr>
              <a:t>Insight 1: </a:t>
            </a:r>
            <a:r>
              <a:rPr lang="en-US" sz="2800" b="1" dirty="0"/>
              <a:t> The 2024 churn rise does not appear to be real</a:t>
            </a:r>
            <a:endParaRPr sz="2800" b="1" i="0" dirty="0">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A7236729-E287-7283-0A77-C4717D568D37}"/>
              </a:ext>
            </a:extLst>
          </p:cNvPr>
          <p:cNvSpPr txBox="1"/>
          <p:nvPr/>
        </p:nvSpPr>
        <p:spPr>
          <a:xfrm>
            <a:off x="469232" y="2144521"/>
            <a:ext cx="3124504" cy="3947234"/>
          </a:xfrm>
          <a:prstGeom prst="rect">
            <a:avLst/>
          </a:prstGeom>
          <a:noFill/>
        </p:spPr>
        <p:txBody>
          <a:bodyPr wrap="square">
            <a:spAutoFit/>
          </a:bodyPr>
          <a:lstStyle/>
          <a:p>
            <a:pPr>
              <a:spcAft>
                <a:spcPts val="300"/>
              </a:spcAft>
            </a:pPr>
            <a:r>
              <a:rPr sz="1250" b="1" i="0" dirty="0">
                <a:solidFill>
                  <a:srgbClr val="1A1A1A"/>
                </a:solidFill>
                <a:latin typeface="Calibri"/>
              </a:rPr>
              <a:t>Churn looks like it is accelerating. About 5 customers in every 100 left each month in 2023, rising to 22 in 100 by December 2024. A 2.8x rise per year, p = 2e-16, and by far the strongest number in this study.</a:t>
            </a:r>
            <a:endParaRPr lang="en-US" sz="1250" b="1" i="0" dirty="0">
              <a:solidFill>
                <a:srgbClr val="1A1A1A"/>
              </a:solidFill>
              <a:latin typeface="Calibri"/>
            </a:endParaRPr>
          </a:p>
          <a:p>
            <a:pPr>
              <a:spcAft>
                <a:spcPts val="300"/>
              </a:spcAft>
            </a:pPr>
            <a:endParaRPr lang="en-US" sz="1250" b="1" dirty="0">
              <a:solidFill>
                <a:srgbClr val="1A1A1A"/>
              </a:solidFill>
              <a:latin typeface="Calibri"/>
            </a:endParaRPr>
          </a:p>
          <a:p>
            <a:pPr>
              <a:spcAft>
                <a:spcPts val="300"/>
              </a:spcAft>
            </a:pPr>
            <a:endParaRPr sz="1250" b="1" i="0" dirty="0">
              <a:solidFill>
                <a:srgbClr val="1A1A1A"/>
              </a:solidFill>
              <a:latin typeface="Calibri"/>
            </a:endParaRPr>
          </a:p>
          <a:p>
            <a:pPr>
              <a:spcAft>
                <a:spcPts val="300"/>
              </a:spcAft>
            </a:pPr>
            <a:r>
              <a:rPr sz="600" b="0" i="0" dirty="0">
                <a:solidFill>
                  <a:srgbClr val="1A1A1A"/>
                </a:solidFill>
                <a:latin typeface="Calibri"/>
              </a:rPr>
              <a:t> </a:t>
            </a:r>
          </a:p>
          <a:p>
            <a:pPr>
              <a:spcAft>
                <a:spcPts val="300"/>
              </a:spcAft>
            </a:pPr>
            <a:r>
              <a:rPr lang="en-US" sz="1250" b="1" dirty="0">
                <a:solidFill>
                  <a:srgbClr val="B02E2E"/>
                </a:solidFill>
              </a:rPr>
              <a:t>Then the test. Take the file, throw away every churn date, and replace each with a random date between that customer's signup and the last day of the file. Change nothing else. Rebuild it 200 times. The pink band is the middle 95% of what those rebuilds produce.</a:t>
            </a:r>
            <a:endParaRPr lang="en-US" sz="1250" b="1" i="0" dirty="0">
              <a:solidFill>
                <a:srgbClr val="B02E2E"/>
              </a:solidFill>
              <a:latin typeface="Calibri"/>
            </a:endParaRPr>
          </a:p>
          <a:p>
            <a:pPr>
              <a:spcAft>
                <a:spcPts val="300"/>
              </a:spcAft>
            </a:pPr>
            <a:endParaRPr sz="1250" b="1" i="0" dirty="0">
              <a:solidFill>
                <a:srgbClr val="B02E2E"/>
              </a:solidFill>
              <a:latin typeface="Calibri"/>
            </a:endParaRPr>
          </a:p>
          <a:p>
            <a:pPr lvl="1">
              <a:spcAft>
                <a:spcPts val="300"/>
              </a:spcAft>
            </a:pPr>
            <a:r>
              <a:rPr sz="1050" b="0" i="0" dirty="0">
                <a:solidFill>
                  <a:srgbClr val="5A6270"/>
                </a:solidFill>
                <a:latin typeface="Calibri"/>
              </a:rPr>
              <a:t>x2.76 a year against our x2.79. Every one of the 24 months sits inside the range those rebuilds produce, and our result lands at the 58th percentile of pure noise</a:t>
            </a:r>
            <a:r>
              <a:rPr lang="en-US" sz="1050" b="0" i="0" dirty="0">
                <a:solidFill>
                  <a:srgbClr val="5A6270"/>
                </a:solidFill>
                <a:latin typeface="Calibri"/>
              </a:rPr>
              <a:t>.</a:t>
            </a:r>
            <a:endParaRPr sz="1050" b="0" i="0" dirty="0">
              <a:solidFill>
                <a:srgbClr val="5A6270"/>
              </a:solidFill>
              <a:latin typeface="Calibri"/>
            </a:endParaRPr>
          </a:p>
        </p:txBody>
      </p:sp>
      <p:pic>
        <p:nvPicPr>
          <p:cNvPr id="11" name="Picture 10" descr="12_calendar_null.png">
            <a:extLst>
              <a:ext uri="{FF2B5EF4-FFF2-40B4-BE49-F238E27FC236}">
                <a16:creationId xmlns:a16="http://schemas.microsoft.com/office/drawing/2014/main" id="{C69554E6-A1EF-E6EB-DCA9-B1FAEA444E36}"/>
              </a:ext>
            </a:extLst>
          </p:cNvPr>
          <p:cNvPicPr>
            <a:picLocks noChangeAspect="1"/>
          </p:cNvPicPr>
          <p:nvPr/>
        </p:nvPicPr>
        <p:blipFill>
          <a:blip r:embed="rId3"/>
          <a:stretch>
            <a:fillRect/>
          </a:stretch>
        </p:blipFill>
        <p:spPr>
          <a:xfrm>
            <a:off x="3749929" y="1559533"/>
            <a:ext cx="7913206" cy="453596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A1A1A"/>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simple.png"/>
          <p:cNvPicPr>
            <a:picLocks noChangeAspect="1"/>
          </p:cNvPicPr>
          <p:nvPr/>
        </p:nvPicPr>
        <p:blipFill>
          <a:blip r:embed="rId3"/>
          <a:stretch>
            <a:fillRect/>
          </a:stretch>
        </p:blipFill>
        <p:spPr>
          <a:xfrm>
            <a:off x="2534703" y="1554480"/>
            <a:ext cx="7122289" cy="3246120"/>
          </a:xfrm>
          <a:prstGeom prst="rect">
            <a:avLst/>
          </a:prstGeom>
        </p:spPr>
      </p:pic>
      <p:sp>
        <p:nvSpPr>
          <p:cNvPr id="5" name="TextBox 4"/>
          <p:cNvSpPr txBox="1"/>
          <p:nvPr/>
        </p:nvSpPr>
        <p:spPr>
          <a:xfrm>
            <a:off x="685800" y="4956048"/>
            <a:ext cx="10820095" cy="4572000"/>
          </a:xfrm>
          <a:prstGeom prst="rect">
            <a:avLst/>
          </a:prstGeom>
          <a:noFill/>
        </p:spPr>
        <p:txBody>
          <a:bodyPr wrap="square">
            <a:spAutoFit/>
          </a:bodyPr>
          <a:lstStyle/>
          <a:p>
            <a:pPr>
              <a:spcAft>
                <a:spcPts val="400"/>
              </a:spcAft>
            </a:pPr>
            <a:r>
              <a:rPr sz="1350" b="1" i="0">
                <a:solidFill>
                  <a:srgbClr val="1A1A1A"/>
                </a:solidFill>
                <a:latin typeface="Calibri"/>
              </a:rPr>
              <a:t>A call costs about $150. A customer is worth about $7,300. If one call in five saves the customer, the call pays for itself on anyone with more than a 10.3% chance of leaving.</a:t>
            </a:r>
          </a:p>
          <a:p>
            <a:pPr>
              <a:spcAft>
                <a:spcPts val="400"/>
              </a:spcAft>
            </a:pPr>
            <a:r>
              <a:rPr sz="600" b="0" i="0">
                <a:solidFill>
                  <a:srgbClr val="1A1A1A"/>
                </a:solidFill>
                <a:latin typeface="Calibri"/>
              </a:rPr>
              <a:t> </a:t>
            </a:r>
          </a:p>
          <a:p>
            <a:pPr>
              <a:spcAft>
                <a:spcPts val="400"/>
              </a:spcAft>
            </a:pPr>
            <a:r>
              <a:rPr sz="1350" b="0" i="0">
                <a:solidFill>
                  <a:srgbClr val="1A1A1A"/>
                </a:solidFill>
                <a:latin typeface="Calibri"/>
              </a:rPr>
              <a:t>Everyone in this cohort is at 30.5%, three times over that bar. So the right action for every customer is the same one, and no ordering can improve on a decision that is already correct for all of them.</a:t>
            </a:r>
          </a:p>
          <a:p>
            <a:pPr>
              <a:spcAft>
                <a:spcPts val="400"/>
              </a:spcAft>
            </a:pPr>
            <a:r>
              <a:rPr sz="600" b="0" i="0">
                <a:solidFill>
                  <a:srgbClr val="1A1A1A"/>
                </a:solidFill>
                <a:latin typeface="Calibri"/>
              </a:rPr>
              <a:t> </a:t>
            </a:r>
          </a:p>
          <a:p>
            <a:pPr>
              <a:spcAft>
                <a:spcPts val="400"/>
              </a:spcAft>
            </a:pPr>
            <a:r>
              <a:rPr sz="1350" b="0" i="0">
                <a:solidFill>
                  <a:srgbClr val="1A1A1A"/>
                </a:solidFill>
                <a:latin typeface="Calibri"/>
              </a:rPr>
              <a:t>Ranking would only start to matter if a call cost $446 rather than $150, or a customer were worth $2,459 rather than $7,310. Both are a factor of three away.</a:t>
            </a:r>
          </a:p>
          <a:p>
            <a:pPr>
              <a:spcAft>
                <a:spcPts val="400"/>
              </a:spcAft>
            </a:pPr>
            <a:r>
              <a:rPr sz="600" b="0" i="0">
                <a:solidFill>
                  <a:srgbClr val="1A1A1A"/>
                </a:solidFill>
                <a:latin typeface="Calibri"/>
              </a:rPr>
              <a:t> </a:t>
            </a:r>
          </a:p>
          <a:p>
            <a:pPr>
              <a:spcAft>
                <a:spcPts val="400"/>
              </a:spcAft>
            </a:pPr>
            <a:r>
              <a:rPr sz="1350" b="1" i="0">
                <a:solidFill>
                  <a:srgbClr val="1E7A4B"/>
                </a:solidFill>
                <a:latin typeface="Calibri"/>
              </a:rPr>
              <a:t>Using the model adds $600 on top of $52,400. A 1% gain, and generous at that, because the threshold it uses was chosen with hindsight on the same customers.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555</TotalTime>
  <Words>5039</Words>
  <Application>Microsoft Office PowerPoint</Application>
  <PresentationFormat>Widescreen</PresentationFormat>
  <Paragraphs>276</Paragraphs>
  <Slides>18</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2026-07-29T16:29:18Z</dcterms:modified>
  <cp:category/>
</cp:coreProperties>
</file>